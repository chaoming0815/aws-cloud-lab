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26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notesSlides/notesSlide27.xml" ContentType="application/vnd.openxmlformats-officedocument.presentationml.notesSlide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notesSlides/notesSlide28.xml" ContentType="application/vnd.openxmlformats-officedocument.presentationml.notesSlide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notesSlides/notesSlide29.xml" ContentType="application/vnd.openxmlformats-officedocument.presentationml.notesSlide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notesSlides/notesSlide30.xml" ContentType="application/vnd.openxmlformats-officedocument.presentationml.notesSlide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5"/>
  </p:notesMasterIdLst>
  <p:sldIdLst>
    <p:sldId id="286" r:id="rId2"/>
    <p:sldId id="256" r:id="rId3"/>
    <p:sldId id="257" r:id="rId4"/>
    <p:sldId id="258" r:id="rId5"/>
    <p:sldId id="259" r:id="rId6"/>
    <p:sldId id="287" r:id="rId7"/>
    <p:sldId id="260" r:id="rId8"/>
    <p:sldId id="261" r:id="rId9"/>
    <p:sldId id="262" r:id="rId10"/>
    <p:sldId id="281" r:id="rId11"/>
    <p:sldId id="282" r:id="rId12"/>
    <p:sldId id="283" r:id="rId13"/>
    <p:sldId id="284" r:id="rId14"/>
    <p:sldId id="285" r:id="rId15"/>
    <p:sldId id="288" r:id="rId16"/>
    <p:sldId id="263" r:id="rId17"/>
    <p:sldId id="264" r:id="rId18"/>
    <p:sldId id="289" r:id="rId19"/>
    <p:sldId id="265" r:id="rId20"/>
    <p:sldId id="291" r:id="rId21"/>
    <p:sldId id="266" r:id="rId22"/>
    <p:sldId id="293" r:id="rId23"/>
    <p:sldId id="267" r:id="rId24"/>
    <p:sldId id="294" r:id="rId25"/>
    <p:sldId id="268" r:id="rId26"/>
    <p:sldId id="295" r:id="rId27"/>
    <p:sldId id="269" r:id="rId28"/>
    <p:sldId id="296" r:id="rId29"/>
    <p:sldId id="297" r:id="rId30"/>
    <p:sldId id="298" r:id="rId31"/>
    <p:sldId id="299" r:id="rId32"/>
    <p:sldId id="301" r:id="rId33"/>
    <p:sldId id="272" r:id="rId34"/>
    <p:sldId id="302" r:id="rId35"/>
    <p:sldId id="273" r:id="rId36"/>
    <p:sldId id="303" r:id="rId37"/>
    <p:sldId id="270" r:id="rId38"/>
    <p:sldId id="271" r:id="rId39"/>
    <p:sldId id="304" r:id="rId40"/>
    <p:sldId id="306" r:id="rId41"/>
    <p:sldId id="307" r:id="rId42"/>
    <p:sldId id="274" r:id="rId43"/>
    <p:sldId id="308" r:id="rId44"/>
    <p:sldId id="275" r:id="rId45"/>
    <p:sldId id="276" r:id="rId46"/>
    <p:sldId id="277" r:id="rId47"/>
    <p:sldId id="309" r:id="rId48"/>
    <p:sldId id="310" r:id="rId49"/>
    <p:sldId id="278" r:id="rId50"/>
    <p:sldId id="279" r:id="rId51"/>
    <p:sldId id="280" r:id="rId52"/>
    <p:sldId id="311" r:id="rId53"/>
    <p:sldId id="312" r:id="rId54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L2f6qQkvdC3ySqIvRxXjZaDbOZ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秉鴻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92" autoAdjust="0"/>
  </p:normalViewPr>
  <p:slideViewPr>
    <p:cSldViewPr snapToGrid="0">
      <p:cViewPr varScale="1">
        <p:scale>
          <a:sx n="49" d="100"/>
          <a:sy n="49" d="100"/>
        </p:scale>
        <p:origin x="84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08T06:12:34.027" idx="3">
    <p:pos x="2011" y="384"/>
    <p:text>dify要切開 難度較高，如果是用dify的同學</p:text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08T06:11:37.202" idx="2">
    <p:pos x="2296" y="384"/>
    <p:text>要強調的是serverless saas  服務的監控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-0p6Bug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29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1462 24575,'1'-2'0,"-1"1"0,0-1 0,1 0 0,-1 0 0,1 0 0,0 1 0,-1-1 0,1 0 0,1-2 0,4-6 0,10-37 0,-3-1 0,12-69 0,-14 58 0,22-66 0,-1 39 0,3 2 0,55-97 0,-78 163 0,0 1 0,0 0 0,2 0 0,0 2 0,27-24 0,91-61 0,-24 30 0,196-96 0,-215 127 0,1 3 0,179-44 0,-147 55 0,1 5 0,0 6 0,204 2 0,-286 13 0,116 4 0,-113-1 0,69 14 0,-52-4 0,108 40 0,-146-45 0,-1 2 0,-1 0 0,0 1 0,0 2 0,-1 0 0,-1 1 0,0 0 0,18 22 0,203 261 0,-196-239 0,69 92 0,167 218 0,20-15 0,-252-305 0,-30-31 0,0 0 0,-2 0 0,22 31 0,45 104 129,-27-47-1623,-34-68-5332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3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1 714 24575,'73'-1'0,"98"3"0,-125 1 0,78 14 0,259 91 0,-202-52 0,-173-54 0,7 3 0,1-1 0,-1 0 0,25 1 0,-39-5 0,1 1 0,-1-1 0,1 0 0,-1 0 0,1-1 0,0 1 0,-1 0 0,1 0 0,-1-1 0,1 1 0,-1-1 0,1 1 0,-1-1 0,0 0 0,1 1 0,-1-1 0,0 0 0,1 0 0,-1 0 0,0 0 0,0 0 0,0 0 0,0-1 0,0 1 0,0 0 0,0 0 0,0-1 0,-1 1 0,1-1 0,0 1 0,-1-1 0,1 1 0,-1-3 0,2-4 0,-2 0 0,1 0 0,-1 0 0,-1 0 0,-1-12 0,1 3 0,-23-240 0,3 17 0,0 53 0,16 146 0,1-26-1365,3 46-5461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32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24575,'-1'151'0,"6"298"0,36 2 0,-35-412 0,-1 0 0,-3 1 0,-1-1 0,-8 74 0,1-58-1365,4-34-5461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33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36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24575,'724'0'0,"-651"4"0,96 16 0,-59-5 0,234 20 0,4-21 0,-336-14 0,0 0 0,0 0 0,18 5 0,-27-5 0,-1 1 0,1-1 0,-1 1 0,0 0 0,1 0 0,-1 0 0,0 0 0,1 0 0,-1 0 0,0 1 0,0-1 0,0 1 0,0-1 0,0 1 0,-1 0 0,1 0 0,0 0 0,-1 0 0,0 0 0,1 0 0,-1 0 0,0 1 0,1 3 0,0 2 0,0 0 0,-1 1 0,0-1 0,-1 1 0,-1 11 0,-7 46 0,2-23 0,-91 886 0,31-230 0,58-603 0,-18 176 0,19-242 0,7-30 0,0 0 0,0 1 0,0-1 0,0 0 0,0 1 0,0-1 0,0 0 0,0 1 0,0-1 0,-1 0 0,1 1 0,0-1 0,0 0 0,0 0 0,-1 1 0,1-1 0,0 0 0,0 0 0,-1 1 0,1-1 0,0 0 0,0 0 0,-1 0 0,1 1 0,0-1 0,-1 0 0,1 0 0,0 0 0,-1 0 0,1 0 0,0 0 0,-1 0 0,1 0 0,0 0 0,-1 0 0,1 0 0,0 0 0,-1 0 0,1 0 0,0 0 0,-1 0 0,1 0 0,0 0 0,-1 0 0,1 0 0,0-1 0,-1 1 0,1 0 0,0 0 0,0 0 0,-1-1 0,1 1 0,0 0 0,0 0 0,-1-1 0,1 1 0,0 0 0,0 0 0,0-1 0,-1 1 0,1 0 0,0-1 0,-15-24 0,11 18 0,-2-2 0,-1 1 0,0-1 0,0 2 0,-1-1 0,0 1 0,0 0 0,-13-7 0,-70-38 0,85 49 0,-255-113 0,-9 17 0,26 27 0,200 62 0,-2 3 0,1 1 0,-71 1 0,46 8 0,-112-4 0,132-8-165,37 6-1035,-5 0-5626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4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24575,'13'-1'0,"0"0"0,-1 0 0,22-7 0,-9 2 0,32-4 0,1 2 0,-1 2 0,61 3 0,84 4-1365,-180-1-5461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4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24575,'7'0'0,"0"-1"0,1 0 0,12-3 0,7-2 0,326-37 0,-235 31 0,209-6 0,-297 18-1365,-1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4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24575,'7'-1'0,"0"0"0,-1 0 0,1 0 0,-1-1 0,12-4 0,14-4 0,299-37 0,-226 37 0,8-2 0,138-18 0,-192 24-1365,-44 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4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21023,'1291'-106'0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2:45:46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24063,'952'-105'0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31:50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31:58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1479 0 24575,'-50'92'0,"11"-23"0,-72 141 0,-57 123-552,-40 105-1657,-188 471 1607,51 22 673,258-645 15,38-78-65,39-153 271,2 1-1,3 0 0,3 0 1,2 0-1,2 0 1,15 91-1,23 329 903,-19-144-1243,112 725 49,-115-932 0,37 343 0,-54-452 0,-1-23 0,-3-28 0,-12-42-1365,6 41-5461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32:01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0 468 24575,'14'7'0,"21"5"0,1 1 0,15 11 0,-1 2 0,-2 2 0,61 45 0,124 117 0,-38-28 0,-127-111 0,75 44 0,-48-41 0,1-5 0,3-3 0,2-6 0,1-3 0,2-5 0,138 24 0,-223-53 0,-14-1 0,1-1 0,-1 0 0,1 0 0,0-1 0,-1 0 0,1 0 0,-1 0 0,1 0 0,9-3 0,-15 3 0,0 0 0,0 0 0,0 0 0,0 0 0,1 0 0,-1 0 0,0 0 0,0 0 0,0 0 0,0 0 0,1 0 0,-1 0 0,0 0 0,0 0 0,0 0 0,0-1 0,0 1 0,1 0 0,-1 0 0,0 0 0,0 0 0,0 0 0,0-1 0,0 1 0,0 0 0,0 0 0,0 0 0,0 0 0,0-1 0,0 1 0,0 0 0,1 0 0,-1 0 0,0 0 0,0-1 0,0 1 0,0 0 0,0 0 0,-1 0 0,1 0 0,0-1 0,0 1 0,0 0 0,0 0 0,0 0 0,0 0 0,0-1 0,0 1 0,0 0 0,0 0 0,0 0 0,-1 0 0,1 0 0,0-1 0,0 1 0,0 0 0,0 0 0,0 0 0,-1 0 0,1 0 0,0 0 0,0 0 0,0 0 0,0 0 0,-1 0 0,-10-7 0,1 4 0,0 0 0,0 1 0,0 0 0,-14-2 0,5 2 0,-35-9 0,-49-22-1130,-57-23-3290,-88-36 2232,-140-48-2701,319 113 5575,-32-9 4146,78 30-3519,3 1 1260,-24-9 0,40 12-2514,-1 0 0,1 0 0,-1 0 0,1-1 0,0 0 1,0 1-1,0-2 0,0 1 0,1 0 0,-6-7 0,8 9-59,0-1 0,1 1 0,-1 0 0,0-1 0,1 1 0,-1-1 0,1 1 0,-1-1 0,1 1 0,0-1 0,0 1 0,0-1 0,0 1 0,0-1 0,0 1 0,0-1 0,0 1 0,1-1 0,-1 1 0,0-1 0,1 1 0,0-1 0,-1 1 0,1 0 0,1-3 0,2-2 0,1-1 0,0 1 0,10-11 0,-8 11 0,345-356 84,85-91-1533,-361 368-5377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7:47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5405 4401 24575,'-26'6'0,"-30"13"0,5-1 0,-125 42 0,118-41 104,-584 186-604,458-156 305,-303 41 1,194-65 40,-420-17 0,552-15-3607,-278-47 0,364 38 3310,1-2 0,1-4 0,1-3 0,1-4 0,-127-70 1,146 65 450,1-2 0,2-3 0,1-1 0,-59-67 0,-145-205 0,-40-113-106,20-13 3152,263 424-2943,-166-284 1174,24-8-1061,131 254-216,2-2 0,2 0 0,3-1 0,2-1 0,-5-77 0,13 61 0,2-1 0,5 1 0,20-126 0,-15 155 0,1 0 0,3 0 0,1 1 0,2 1 0,1 0 0,3 2 0,1 0 0,46-63 0,92-92-546,-39 68-315,5 6 0,6 5 0,220-150 0,-254 203 1262,3 4 1,2 4-1,2 5 1,2 4-1,3 5 1,146-33-1,-58 32-2077,203-14 1,204 23-1166,-165 52 4294,-316-4-797,184 47 0,118 80-585,-365-118-71,-1 2 0,61 38 0,272 206 0,129 138 0,17 47 0,-50-8 0,-97-52 546,-106-77 1678,-99-81-1516,-80-70-668,-94-146-40,-1 2 0,13 42 0,-21-59 7,-1-1 1,-1 1-1,0 0 1,0-1-1,0 1 0,0 0 1,-1 0-1,-1 0 0,1 0 1,-1 0-1,-3 13 1,2-15 216,-1 0 1,1 1-1,-1-1 0,0 0 1,-1 0-1,1-1 1,-1 1-1,0-1 1,0 0-1,-1 0 1,1 0-1,-1 0 1,-8 4-1,-108 59 3430,49-29-2991,-95 56-409,-238 157-254,-12 7 0,-13-29 0,340-189 0,-1-5 0,-153 39 0,81-27-1365,97-23-5461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7:48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781 1 24575,'3'908'-6784,"-74"357"6784,40-1038 2585,19-165-855,-31 93 1,-49 73-935,-13-8-910,74-156 170,-129 228 64,123-235-615,-3-1 0,-85 91 0,88-110-6331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7:50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24575,'3'127'0,"6"0"0,6-1 0,50 203 0,-15-153 0,136 321 0,-186-496 0,2 3 0,-1 0 0,1-1 0,0 1 0,0-1 0,0 0 0,0 1 0,5 4 0,-5-7 0,-1 0 0,0 0 0,1-1 0,-1 1 0,1 0 0,-1-1 0,1 1 0,-1-1 0,1 1 0,0-1 0,-1 0 0,1 0 0,-1 0 0,1 0 0,0 0 0,-1 0 0,1 0 0,-1-1 0,1 1 0,-1 0 0,1-1 0,0 1 0,1-2 0,28-10 0,52-29 0,-36 17 0,105-54 0,575-281-1365,-607 302-5461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7:52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0 967 24575,'4'-4'0,"-1"-1"0,0 1 0,-1-1 0,5-8 0,6-11 0,-1 7 0,1 0 0,26-26 0,278-255 0,-183 177 0,-58 50 0,187-161 0,-243 217 0,1 0 0,43-23 0,-49 31 0,0 1 0,1 0 0,-1 1 0,1 1 0,26-3 0,14 1 0,1 3 0,88 6 0,-66 4 0,98 23 0,-158-26 0,1 1 0,-1 0 0,0 1 0,22 11 0,-36-14 0,0-1 0,-1 1 0,1 0 0,-1 0 0,0 1 0,0-1 0,0 1 0,0 0 0,-1 0 0,1 0 0,-1 1 0,0-1 0,0 1 0,-1-1 0,1 1 0,-1 0 0,0 0 0,-1 0 0,1 0 0,1 9 0,-2-1 0,0 0 0,-1 0 0,-1 0 0,0 0 0,-1-1 0,0 1 0,-1 0 0,-6 18 0,-2-2 0,-1 0 0,-21 38 0,9-27 0,-2-1 0,-1-1 0,-58 62 0,42-57 0,-2-2 0,-76 54 0,113-90 0,-82 64 0,80-60 0,0 0 0,1 1 0,0 0 0,1 1 0,0 0 0,-9 16 0,12-18 0,1 1 0,1-1 0,-1 1 0,2 0 0,-3 14 0,-2 51 0,5-43 0,-20 495 0,22-513-195,0 0 0,1-1 0,1 1 0,0-1 0,1 0 0,4 15 0,8 3-6631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7:52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9:57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4967 2637 24575,'-47'0'0,"-677"19"0,159 39-403,-1 17 1167,-143 18-1351,0-35-5519,229-52 4834,5-39 1826,398 23-661,-91-24-1,138 26 690,0-2 0,1-1 0,1-1 0,0-1 0,-47-30 0,60 32-393,1 0 0,1 0 0,0-2 0,0 0 0,1 0-1,1-1 1,-14-21 0,13 14 50,1-1 0,0 0 0,2-1 0,-12-41 0,11 19 153,-9-78 1,7-46-111,7-33-282,32-412-4295,-8 460 1580,76-296 1,-84 411 2394,1 0 1,2 1 0,2 0 0,30-52 0,-39 80 319,0-1 0,1 1 0,0 1 0,0 0 0,1 0 0,0 0 0,20-13 0,-10 11 0,-1 1 0,1 1 0,37-13 0,560-167 0,-177 78 2005,-328 89-1231,1 6 0,116-2-1,204 18-3633,-294 3 1098,-81-3 775,170 7-723,-174-2 1696,0 2 0,73 19 1,-67-8 265,-1 3 1,-1 2 0,-1 3 0,-1 2 0,100 70 0,-92-51 50,-3 2 0,-1 3 1,-3 2-1,64 81 1,-78-81 183,-3 2 0,-2 1 0,-3 2 1,-3 1-1,-2 2 0,-2 0 1,-4 2-1,-2 1 0,23 129 0,-41-172 225,0 0-1,-2 0 0,0 1 0,-2-1 1,-5 40-1,3-47-473,-1 0 0,-1 0 0,0 0 0,-1-1 0,0 0 0,-1 0 0,-1 0 0,-17 22 0,4-10-230,-2-1 0,0-1 0,-2-1 0,0-2 0,-44 29 0,-150 77-18,-213 73-1355,368-175-5461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49:59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18149,'562'2046'0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0:01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1 142 24575,'2'0'0,"0"0"0,0 1 0,1 0 0,-1-1 0,0 1 0,0 0 0,0 0 0,0 0 0,0 0 0,-1 0 0,1 0 0,0 1 0,0-1 0,2 3 0,19 24 0,21 25 0,1-1 0,80 70 0,-48-58 0,91 58 0,-156-114 0,36 22 0,-43-27 0,0-1 0,1 0 0,-1 0 0,0 0 0,1-1 0,-1 1 0,10 0 0,-14-2 0,1 0 0,-1 0 0,1-1 0,-1 1 0,0 0 0,1 0 0,-1-1 0,0 1 0,1-1 0,-1 1 0,0-1 0,0 1 0,0-1 0,0 0 0,1 0 0,-1 0 0,0 1 0,0-1 0,0 0 0,0 0 0,-1-1 0,1 1 0,0 0 0,0 0 0,-1 0 0,1 0 0,0-1 0,-1 1 0,0 0 0,1 0 0,-1-1 0,0 1 0,1 0 0,-1-2 0,1-6 0,0 0 0,-1-1 0,-1-17 0,1 16 0,-3-76 60,9-100 0,-3 157-272,1 0 0,2 0 0,0 0-1,3 1 1,0 0 0,26-53 0,-23 60-6614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0:0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472 1 24575,'-13'41'-6301,"-2"26"3070,-6 48 1691,-5 75 1761,0 93 1658,3 113-1410,-37 1224 2991,60-1573-2140,-1-16-20,-3-67-1052,-46-307 407,26 205 865,-2-129-1520,20 0 0,6 249 0,19-401-546,-14 320-4587,-1-45 3828,2-42 959,-3 129 74,12-168 505,-8 168 60,25-103-1,-28 148 354,0 0 0,0 0 1,8-14-1,-10 22-416,0 1 1,0 0 0,0-1 0,0 1-1,1 0 1,0 0 0,-1 1 0,1-1-1,0 0 1,0 1 0,1 0 0,-1 0-1,0 0 1,6-3 0,3 1 8,1 1 0,18-3-1,-7 2-216,271-60-22,103-19 0,-130 62 0,-1 24 0,-121 0 0,-1-3 0,95 2 0,-229-2 0,0 1 0,0 0 0,0 0 0,13 5 0,-21-5 0,0 0 0,0 0 0,0 0 0,-1 1 0,1-1 0,0 1 0,-1-1 0,1 1 0,-1 0 0,1 0 0,-1 0 0,0 1 0,0-1 0,0 0 0,0 1 0,0 0 0,-1-1 0,1 1 0,1 4 0,0 6 0,0 0 0,-1 0 0,-1 0 0,0 0 0,0 0 0,-2 0 0,-1 17 0,0 0 0,-7 677 0,10-528 0,0-151 0,1 0 0,10 46 0,-11-63 0,0-1 0,0 0 0,-1 1 0,0-1 0,-1 1 0,-2 12 0,-18 62 0,13-54 0,-19 69 0,-109 458 0,102-367 0,-66 329 0,92-481 0,-2-2 0,-24 64 0,34-100 0,-16 30 0,15-30 0,0 1 0,0-1 0,0 0 0,0 0 0,0 0 0,0 0 0,0 0 0,0 0 0,-1 0 0,1 0 0,0 0 0,-1 0 0,1 0 0,0-1 0,-1 1 0,1-1 0,-3 1 0,2-1 0,0 0 0,0-1 0,1 1 0,-1-1 0,0 1 0,1-1 0,-1 0 0,0 0 0,1 0 0,-1 0 0,1 0 0,-1 0 0,1 0 0,0 0 0,0-1 0,-1 1 0,1 0 0,0-1 0,-1-2 0,-2 1 0,-5-9 0,-2-1 0,0 0 0,0 0 0,-1 1 0,-1 1 0,0 0 0,-22-14 0,11 13 0,0 1 0,-1 2 0,0 0 0,-44-9 0,-111-11 0,166 28 0,-166-17 60,-286 8 0,-174 57-1545,551-38-5341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0:0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0 160 24470,'75'-159'0,"8"314"0,-166-310 0,127 1886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0:07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0:10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191 431 24575,'3'-3'0,"0"-1"0,-1 1 0,0-1 0,1 0 0,-1 0 0,-1 0 0,3-6 0,3-7 0,5-7 0,1 1 0,0 1 0,30-36 0,-31 44 0,0 1 0,1 0 0,0 1 0,1 1 0,0 0 0,26-14 0,-10 10 0,1 1 0,1 2 0,41-12 0,105-14 0,-36 17 0,161-4 0,150 23 0,-373 2 0,-26-1 0,67 9 0,-117-8 0,1 1 0,-1-1 0,0 1 0,0 1 0,0-1 0,0 0 0,0 1 0,0 0 0,0 0 0,-1 0 0,6 4 0,-6-3 0,-1-1 0,0 1 0,0 0 0,0 0 0,0 0 0,0 0 0,0 0 0,-1 0 0,1 1 0,-1-1 0,0 0 0,0 1 0,0-1 0,0 5 0,2 21 0,-1 1 0,-4 54 0,1-40 0,-2 316 0,32 5 0,29-47 0,3 29 0,-54-284 0,-3 0 0,-3 0 0,-14 123 0,13-185 0,-1 13 0,-1-1 0,-1 1 0,0-1 0,-6 16 0,8-26 0,-1 1 0,1-1 0,-1 0 0,0 0 0,0 0 0,0 0 0,0 0 0,-1 0 0,1 0 0,-1-1 0,0 1 0,0-1 0,0 0 0,0 0 0,0 0 0,0 0 0,0-1 0,-1 1 0,1-1 0,-7 2 0,-9 0 0,0-1 0,0 0 0,-1-1 0,-21-3 0,35 2 0,-259-14 0,17 1 0,-285 12-7079,400 6 7374,-253 12 765,133-1 4626,235-15-6018,0 1 0,1 1 1,-20 5-1,9 2-6494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1:45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4061 2031 17596,'-2'80'0,"-2"-1"0,-4 1 0,-3-1 0,-3-1 0,-3 0 0,-3-1 0,-3-1 0,-3 0 0,-4-2 0,-1-1 0,-4-1 0,-3-2 0,-2-1 0,-3-2 0,-3-2 0,-2-1 0,-2-2 0,-3-3 0,-3-1 0,-1-3 0,-3-2 0,-1-2 0,-3-3 0,-1-3 0,-2-2 0,-2-2 0,-2-4 0,0-2 0,-2-3 0,-2-3 0,0-3 0,-1-3 0,-1-3 0,-1-3 0,-1-2 0,0-5 0,0-2 0,-1-3 0,1-3 0,-1-4 0,0-3 0,1-3 0,0-2 0,1-5 0,0-2 0,1-3 0,0-3 0,2-3 0,1-3 0,1-3 0,1-3 0,2-2 0,1-4 0,2-2 0,1-2 0,3-3 0,1-3 0,3-2 0,1-2 0,3-3 0,2-1 0,2-3 0,3-2 0,3-1 0,2-2 0,2-2 0,4-1 0,2-2 0,3-1 0,3-1 0,3-2 0,3 0 0,3-1 0,3-1 0,2 0 0,5-1 0,2-1 0,3 1 0,4-1 0,2 0 0,4 1 0,3-1 0,2 1 0,5 1 0,2 0 0,3 1 0,3 1 0,3 0 0,3 2 0,3 1 0,3 1 0,2 2 0,4 1 0,2 2 0,2 2 0,3 1 0,3 2 0,2 3 0,2 1 0,3 3 0,1 2 0,3 2 0,1 3 0,3 3 0,1 2 0,2 2 0,1 4 0,2 2 0,1 3 0,1 3 0,1 3 0,2 3 0,0 3 0,1 3 0,0 2 0,1 5 0,0 2 0,1 3 0,0 4 0,-1 2 0,1 4 0,-1 3 0,0 2 0,0 5 0,-1 2 0,-1 3 0,-1 3 0,-1 3 0,0 3 0,-2 3 0,-2 3 0,0 2 0,-2 4 0,-2 2 0,-2 2 0,-1 3 0,-3 3 0,-1 2 0,-3 2 0,-1 3 0,-3 1 0,-3 3 0,-2 2 0,-2 1 0,-3 2 0,-3 2 0,-2 1 0,-3 2 0,-4 1 0,-1 1 0,-4 2 0,-3 0 0,-3 1 0,-3 1 0,-3 0 0,-3 1 0,-3 1 0,-4-1 0,-2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1:47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1 314 16807,'2988'-314'0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1:48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24575,'4'4'0,"9"5"0,9 5 0,6 0 0,5 1 0,8 2 0,6 3 0,-3 0 0,-4-2 0,-5 0 0,-4-4 0,-5-4 0,-2 0 0,-2-2 0,-3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1:50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 24575,'-4'0'0,"-5"0"0,-5 4 0,-3 1 0,-4 3 0,-1 5 0,2 3 0,6 4 0,0 1 0,0 5 0,-3 6 0,-1 5 0,-2 0 0,2 2 0,2-3 0,2-3 0,4-7-8191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1:59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0 962 24575,'0'-6'0,"1"1"0,0-1 0,0 0 0,0 1 0,0-1 0,5-9 0,2-9 0,207-625 0,-209 632 0,3-10 0,25-48 0,-30 68 0,0 0 0,0 0 0,1 1 0,0-1 0,1 1 0,-1 0 0,1 0 0,0 1 0,1 0 0,-1 0 0,9-4 0,1 1 0,1 1 0,0 1 0,1 0 0,-1 1 0,1 1 0,0 1 0,0 0 0,0 2 0,1 0 0,-1 1 0,31 3 0,-42-2 0,0 1 0,0-1 0,0 1 0,-1 0 0,1 1 0,-1 0 0,1 0 0,-1 0 0,0 0 0,0 1 0,0 0 0,-1 1 0,0-1 0,1 1 0,-2 0 0,1 0 0,0 1 0,-1-1 0,0 1 0,-1 0 0,1 0 0,3 8 0,44 120 0,-29-72 0,-16-47 0,57 178 0,-56-167 0,-2-1 0,-1 1 0,-1 0 0,-1-1 0,-4 51 0,-3-41 0,-1-1 0,-2 0 0,-2 0 0,-1-1 0,-17 37 0,-87 152 0,47-107 0,-78 156 0,140-258-195,0 0 0,1 1 0,1 0 0,0 0 0,1 0 0,-3 27 0,6-16-6631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52:00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31:50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30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4969 22722,'3237'-4969'0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35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5980 21803,'4428'-5979'0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43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24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24575,'0'4'-321,"10"34"-2795,20 51 0,46 88 137,89 124 1439,127 135 1244,151 115 105,164 74-74,142 24-605,-280-290 702,966 560 0,-402-412 394,31-116 907,-534-251-885,-141-67-248,-164-44 0,-184-24 0,138 24 395,-144-21 108,-1 2 0,65 29 0,89 64-122,60 52-381,78 41 546,93 25 1644,90 1-1529,78-16-290,69-25-280,1031 122-2650,12-148 266,-1208-129 2063,-109-13 553,-110-8 116,-248-5-270,228-7 2003,-238 5-1176,-1-1 1,0 0-1,19-7 0,22-5 1207,171-21-1131,-222 36-1074,202-27 2,263-33 0,582-79 0,-716 74 0,-150 26 0,-74 15-1365,-73 17-5461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26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24575,'10'29'-5809,"10"18"2086,100 164 4244,-116-204-482,145 221 430,82 92-461,85 81 20,79 53 429,780 698 1914,93-99-2498,-822-708 127,-56-48-214,-61-54-641,-49-53 566,-150-114 98,275 118 0,153 6 201,204 33 545,10-25-373,543 149-182,-1043-281 0,33 7-238,-61-19-956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28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0 587 24575,'92'-41'0,"-57"28"0,307-121 0,369-89 0,-520 178 0,237-22 0,-237 41 0,102-10 0,-137 35 0,-93 2 0,105 9-1365,-124-6-5461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5:59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5236 823 24575,'-185'-96'-7065,"2"-2"4095,-219-113 4538,-9 22-171,42 57 2581,265 102-2432,-173-27 0,238 52-1546,1 2 0,0 1 0,-1 2 0,1 2 0,0 1 0,0 3 0,0 0 0,0 3 0,-47 16 0,5 8 0,-147 83 0,-64 69 0,289-184 0,-114 77 0,-161 140 0,235-179 0,1 2 0,2 1 0,1 3 0,3 1 0,2 1 0,-40 75 0,46-63 0,-22 68 0,-10 64 0,29-87 0,-32 87 0,-31 106 0,41-112 0,-22 95 0,-19 82-302,67-258 141,-194 790-4063,20 5 913,197-883 3311,-23 140 0,24-54 669,2-33 422,-8 120 3915,-3 4-3610,4-71-1560,-11 73 164,18-188 0,-1-1 0,-1 0 0,1 1 0,-1-1 0,0 0 0,0 0 0,-1 0 0,0-1 0,-6 9 0,7-10 0,-1-1 0,0 0 0,0 0 0,0-1 0,0 1 0,-1-1 0,1 0 0,-1 1 0,1-1 0,-1-1 0,0 1 0,0-1 0,0 1 0,0-1 0,-7 1 0,6-1 0,-1-1 0,1 0 0,0 0 0,0 0 0,-1 0 0,1-1 0,0 0 0,0 0 0,-1 0 0,1-1 0,0 0 0,0 0 0,1 0 0,-1 0 0,0-1 0,1 0 0,-1 0 0,1 0 0,0 0 0,0-1 0,0 0 0,-3-4 0,-6-8 0,1 0 0,1-1 0,0-1 0,-12-27 0,-36-81 0,-57-108 0,53 130 0,54 95 0,9 9 0,-1 0 0,1 0 0,0 0 0,0 0 0,0 0 0,0 0 0,-1 0 0,1 0 0,0 0 0,0 0 0,0 0 0,0 0 0,0 0 0,-1 1 0,1-1 0,0 0 0,0 0 0,0 0 0,0 0 0,0 0 0,0 1 0,0-1 0,0 0 0,0 0 0,-1 0 0,1 0 0,0 0 0,0 1 0,0-1 0,0 0 0,0 0 0,0 0 0,0 0 0,0 1 0,0-1 0,0 0 0,0 0 0,0 1 0,3 30 0,-2-29 0,11 65 0,28 94 0,37 64 0,-69-203 0,36 91 0,-33-89 0,1 0 0,22 32 0,-30-50 0,0-1 0,0 1 0,1-1 0,-1 0 0,9 7 0,-11-11 0,-1 0 0,1 0 0,0 0 0,-1 0 0,1 0 0,0 0 0,0-1 0,0 1 0,0 0 0,-1-1 0,1 0 0,0 1 0,0-1 0,0 0 0,0 0 0,0 0 0,0 0 0,0-1 0,0 1 0,0 0 0,0-1 0,-1 0 0,1 1 0,2-2 0,6-4 0,0-1 0,0 0 0,-1 0 0,0-1 0,-1 0 0,1-1 0,8-11 0,-6 7 0,64-73-77,151-163-1211,-169 189-5538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6:02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22858 6734 24575,'-8'-19'0,"1"1"0,-5-21 0,-3-7 0,-35-90 0,-93-181 0,98 235 0,-4 2 0,-2 2 0,-83-95 0,-49-14 0,-13 12 0,-19-19 0,-128-150 0,208 204 0,94 98-3,-536-534-495,-49 42 47,294 302 142,-44-1-927,-241-112 901,-7 17 362,618 325-29,-360-185 2,55 35-77,61 37-232,60 36 232,138 59 77,-11-3 0,-107-59 0,-7-33 0,-65-63 0,-74-51-182,-67-26-548,160 122 567,-5 10 0,-5 11 0,-5 9 0,-257-74 0,-278-5 44,-16 85 100,-8 65 38,3 45-27,-95 35-248,1 42-527,551-36 783,3 14 0,-521 177 0,105 35 0,17 18 0,384-151 0,40-13-87,-365 167-198,19 34 132,324-141 193,-47 46 120,-45 47-119,-1195 985-41,1359-1046 0,53-49 364,74-74 829,-4-5 0,-291 153 0,368-220-1044,-112 59-773,102-49-4588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36:03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831 1 24575,'-1'0'0,"0"0"0,0 0 0,1 0 0,-1 1 0,0-1 0,0 0 0,0 1 0,1-1 0,-1 0 0,0 1 0,1-1 0,-1 1 0,0-1 0,1 1 0,-1 0 0,1-1 0,-1 1 0,0 0 0,-3 4 0,-131 150 0,5-3 0,-363 405 0,452-503 0,39-51 0,1-1 0,-1 1 0,1-1 0,-1 1 0,1 0 0,0-1 0,0 1 0,0 0 0,-1 3 0,2-5 0,1 0 0,-1 0 0,0 0 0,0 0 0,1 0 0,-1 0 0,0 0 0,1 0 0,-1 0 0,1-1 0,-1 1 0,1 0 0,-1 0 0,1 0 0,0-1 0,0 1 0,-1 0 0,1-1 0,0 1 0,0-1 0,-1 1 0,1-1 0,0 1 0,0-1 0,0 1 0,0-1 0,0 0 0,0 0 0,0 1 0,2-1 0,18 5 0,1-1 0,0-1 0,27 0 0,-2 1 0,125 14 0,0 8 0,280 79 0,-392-86-1365,-20-5-5461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3:31:50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0:50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2759 23237,'73'-2758'0,"-157"2913"0,168-310 0,-10 314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0:58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3730 6930 24575,'2'-3'0,"-1"0"0,1 0 0,-1 0 0,0 0 0,0 0 0,-1 0 0,1-1 0,-1 1 0,1 0 0,-1-5 0,1-14 0,12-119 0,-6-1 0,-7 0 0,-6 1 0,-5-1 0,-33-143 0,4 109 0,-8 3 0,-8 2 0,-92-195 0,30 125 0,-221-338 0,223 402 0,-220-345 0,36 23 0,-43-70 0,-327-439 0,-86 66 0,374 542 0,353 370-1365,11 7-5461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1:01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6673 24575,'0'-173'0,"1"-18"0,4-80 0,10-60-344,12-7-231,14 2 1,109-423 0,-69 465 599,-13 77 38,182-390 0,90-91 1542,-247 518-1501,7 4-1,201-265 1,107-67-104,-281 365 0,206-178 0,80 8 0,20 36 0,-333 218-1365,-28 20-5461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1:03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24575,'21'1'0,"-1"1"0,30 7 0,-26-4 0,29 2 0,149-6 0,-28-1 0,-166 0 0,0 1 0,1 0 0,-1 0 0,16 5 0,-22-6 0,0 1 0,0 0 0,0 0 0,1 0 0,-1 0 0,-1 1 0,1-1 0,0 0 0,0 1 0,0-1 0,-1 1 0,1 0 0,-1 0 0,1-1 0,-1 1 0,0 0 0,0 0 0,0 0 0,0 1 0,0-1 0,0 0 0,0 3 0,1 7 0,0 1 0,-1-1 0,-1 1 0,0-1 0,-2 14 0,0 10 0,-7 555-1365,9-537-5461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1:07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1184 170 24575,'-225'-16'0,"5"-17"0,207 31 0,-109-19 0,-252-31 0,290 45 0,71 5 0,-1-1 0,1-1 0,0 0 0,-13-5 0,21 6 0,0 1 0,-1-1 0,0 1 0,1 0 0,-1 1 0,-7-2 0,13 3 0,-1 0 0,0 0 0,0 0 0,0 0 0,0 0 0,0 0 0,1 0 0,-1 0 0,0 0 0,0 0 0,0 1 0,0-1 0,1 0 0,-1 1 0,0-1 0,0 1 0,1-1 0,-2 1 0,2 0 0,-1 0 0,0 0 0,1 0 0,-1 0 0,1 0 0,0 0 0,-1 0 0,1 0 0,0 0 0,0 0 0,-1 0 0,1 0 0,0 0 0,0 0 0,0 0 0,0 0 0,0 0 0,1 0 0,-1 2 0,6 23 0,1 1 0,2-1 0,0-1 0,15 27 0,-7-11 0,9 25 17,-3 1 1,19 101-1,10 141-3108,-37-203 85,-6-37 2370,-4-30 585,18 72-1,-23-111 50,8 24 24,-7-23-38,-1 0 0,1 0 0,-1 0 1,1 0-1,0 0 0,0 0 0,-1 0 0,1 0 0,0 0 0,0 0 0,0 0 0,0-1 0,0 1 0,0 0 1,2 0-1,7-1-1157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5:51:16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39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46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1 171 23989,'580'-170'0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5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1257 2314 24575,'-34'-2'0,"1"0"0,-1-3 0,1 0 0,-57-18 0,-121-58 0,134 47 0,-101-59 0,149 75 0,0-2 0,2-1 0,0-1 0,1-1 0,1-1 0,-26-34 0,7-5 0,-62-120 0,65 104 0,4-2 0,3-2 0,-33-122 0,60 176 0,1 0 0,2-1 0,0 0 0,2 0 0,2 0 0,0 0 0,2-1 0,2 2 0,0-1 0,2 0 0,1 1 0,2 0 0,0 0 0,2 1 0,22-40 0,-10 30 0,1 1 0,2 1 0,1 1 0,2 1 0,48-42 0,-14 22 0,135-90 0,-134 104 0,132-61 0,-157 85 0,1 1 0,1 3 0,0 1 0,0 1 0,43-2 0,25 6 0,120 9 0,-129 1 0,51-2 0,179 10 0,-308-11 0,0 2 0,0 1 0,40 12 0,-53-13 0,0 1 0,0 0 0,0 1 0,0 0 0,-1 0 0,0 1 0,0 0 0,-1 0 0,0 1 0,0 0 0,8 10 0,372 527 0,-361-506 0,-16-24 0,39 64 0,-42-66 0,-2-1 0,0 1 0,0 0 0,-1 1 0,2 13 0,-3-4 0,0-1 0,-2 1 0,0-1 0,-4 33 0,-1-21 0,-2 0 0,-12 40 0,11-50 0,-1 0 0,-2-1 0,0 0 0,-1-1 0,-22 30 0,14-24 0,-2-2 0,-1-1 0,-38 34 0,14-21 0,-1-3 0,-1-2 0,-2-2 0,-69 31 0,-192 80 0,-166 79 0,444-205 0,-2-2 0,0-1 0,-40 8 0,69-18 0,0-1 0,0 1 0,0 0 0,0 0 0,-8 6 0,12-7 0,0 0 0,1 0 0,-1 1 0,0-1 0,1 1 0,-1-1 0,1 1 0,-1 0 0,1 0 0,0-1 0,0 1 0,0 0 0,0 0 0,0 0 0,0 0 0,1 0 0,-1 1 0,1-1 0,-1 4 0,0 13 0,1 1 0,2 0 0,6 36 0,-3-24 0,6 43 0,22 201 0,-16 134 0,-10-178 0,6 56-1365,-12-257-5461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56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1630 0 24575,'-9'0'0,"-23"8"0,-34 11 0,-40 14 0,-30 11 0,-25 13 0,-18 14 0,-12 7 0,3 7 0,16 1 0,25-1 0,30-12 0,38-17 0,33-19-8191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58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24575,'8'0'0,"32"0"0,41 4-3276,36 5-1,19 2 1327,-2 2 1950,-19 0 0,-25-3 1719,-24 2-1719,-19-2 0,-17-3-1407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59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610 1 24575,'-3'0'0,"0"0"0,0 1 0,1 0 0,-1-1 0,0 1 0,-3 2 0,-5 1 0,-3 1 0,0 0 0,0 2 0,1 0 0,-16 10 0,-49 39 0,67-48 0,-23 18 0,1 2 0,1 1 0,1 1 0,-51 66 0,21 10 0,26-42 0,-42 63-1365,59-98-5461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4:01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19164,'920'533'0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49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43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445 239 24575,'-5'138'0,"0"62"0,-3 149-238,-9 186-714,-19 170 494,-201 2257-4930,186-2511 5185,12-150 203,-1-32 615,34-234-274,6-31 96,4-6 0,5-3-28,0-1-1,1 2 1,-1-1-1,1 1 1,0 1-1,0 0 1,15-3-1,101-14 1414,91 4-1503,133 9-319,193 13 0,2338 131-8614,-2590-111 8213,-172-15 401,90 8 0,127-15 1301,0-32-917,-109 11-4611,-126 13 5816,141-26-1,-235 29-1185,-1-1-1,1 0 0,-1 1 1,0-2-1,0 1 1,0-1-1,8-4 0,-11 4-61,0 1-1,0-1 0,0 0 0,0 0 0,-1 0 1,1-1-1,-1 1 0,1-1 0,-1 1 0,0-1 1,-1 1-1,3-9 0,5-18-92,-1-1 0,4-47-1,-10 67-252,56-477 5,-24 191 0,137-1028-904,-162 1258 898,25-204 178,20-147 415,-6 85-404,32-186-215,-67 452 32,39-220 0,-38 171 0,4-28 0,-17 141 0,66-329 0,12 44 0,16-67 0,-92 341 0,3-6 0,-2 0 0,-1 0 0,2-31 0,-5 48 0,0 1 0,0-1 0,0 0 0,-1 1 0,1-1 0,-1 1 0,1-1 0,-1 1 0,0-1 0,0 1 0,0-1 0,-1 1 0,1 0 0,0-1 0,-1 1 0,1 0 0,-1 0 0,0 0 0,-2-2 0,-2 0 0,0 1 0,0-1 0,0 1 0,0 0 0,-1 1 0,-10-4 0,-358-94 0,231 65 0,16 3 0,-526-119 0,-187 38 0,1 56 0,-560 45 0,870 52 0,0 28 0,-88 13 0,510-61 342,95-16-627,-1 1 1,0 0-1,1 1 1,0 0-1,-16 11 1,-9 10-6542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45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1354 24575,'0'-39'0,"-1"12"0,1 1 0,1 0 0,10-49 0,1 29 0,2 1 0,22-46 0,49-84 0,95-152-1243,21 13-8586,-191 299 9758,48-64-176,-50 70 335,0 1 0,0 0 0,0 0 0,1 0 0,0 1 0,11-7 0,-18 13 120,-1 0 0,1 1 0,0-1 1,-1 0-1,1 0 0,0 1 0,0-1 1,-1 1-1,1 0 0,0-1 0,0 1 1,0 0-1,0 0 0,3 0 0,-4 1-35,0-1 0,0 1-1,0-1 1,0 1 0,0 0-1,0-1 1,0 1 0,0 0-1,0 0 1,0-1-1,0 1 1,0 0 0,-1 0-1,1 0 1,0 0 0,-1 0-1,1 0 1,-1 0 0,1 0-1,-1 1 1,1-1 0,-1 0-1,0 1 1,3 8 506,-2 1 1,1-1-1,-1 0 0,-1 13 0,1-1-606,12 215-54,79 415 0,-87-632-120,12 81-1163,-15-71-5562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48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24575,'4'20'0,"2"7"0,23 183-1112,23 153-1287,-42-318 2399,-3-33 0,-7-12 0,1 1 0,-1-1 0,0 0 0,0 0 0,0 0 0,1 0 0,-1 0 0,0 1 0,0-1 0,1 0 0,-1 0 0,0 0 0,1 0 0,-1 0 0,0 0 0,0 0 0,1 0 0,-1 0 0,0 0 0,0 0 0,1 0 0,-1 0 0,0 0 0,0 0 0,1 0 0,-1 0 0,0-1 0,2 0 0,-1 0 0,1-1 0,-1 1 0,1 0 0,-1-1 0,0 0 0,0 1 0,0-1 0,0 0 0,1-2 0,13-30 0,-1 0 0,11-43 0,-12 33 0,11-31 430,68-187 2612,-90 257-3031,18-34 18,-19 36-29,1 1 0,-1-1-1,1 1 1,0 0 0,0-1 0,0 1 0,0 0 0,0 0 0,1 0 0,3-2 0,-5 3 0,-1 1 0,1 0 0,0 0 0,-1 0 0,1-1 0,-1 1 0,1 0 0,0 0 0,-1 0 0,1 0 0,-1 0 0,1 0 0,0 0 0,-1 0 0,1 0 0,-1 1 0,1-1 0,0 0 0,-1 0 0,1 0 0,-1 1 0,1-1 0,-1 0 0,1 1 0,-1-1 0,1 0 0,-1 1 0,1-1 0,-1 1 0,1-1 0,0 1 0,9 19 0,-9-18 0,34 90 0,-21-57 0,2-1 0,2 0 0,1-2 0,2 0 0,0-1 0,28 29 0,-43-54 0,-1-1 0,1 0 0,0 0 0,0 0 0,9 4 0,-14-8 0,1 0 0,-1 0 0,0 0 0,1-1 0,-1 1 0,1-1 0,0 1 0,-1-1 0,1 0 0,-1 0 0,1 1 0,-1-1 0,1 0 0,0 0 0,-1-1 0,1 1 0,-1 0 0,1 0 0,-1-1 0,1 1 0,-1-1 0,1 1 0,-1-1 0,1 0 0,-1 0 0,1 1 0,-1-1 0,0 0 0,0 0 0,1 0 0,-1 0 0,1-3 0,2-1 0,0 0 0,-1-1 0,0 1 0,0-1 0,3-11 0,9-38 0,-12 43 0,4-17-103,14-57-528,49-128 0,-46 160-6195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13:50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1064 26 24575,'-22'-4'0,"4"-1"0,-65-4 0,-129 3 0,147 6 0,-24-1 0,-189 3 0,266-1 0,0 1 0,1 0 0,-1 1 0,1 0 0,-1 0 0,1 2 0,0-1 0,0 1 0,1 1 0,-15 10 0,3 0 0,2 0 0,0 2 0,-28 31 0,42-43 0,0 1 0,1 1 0,-1-1 0,1 1 0,1 0 0,-5 9 0,8-13 0,-1 0 0,1 0 0,0 1 0,0-1 0,1 0 0,-1 0 0,1 0 0,0 1 0,0-1 0,0 0 0,1 0 0,-1 0 0,1 1 0,0-1 0,1 0 0,1 4 0,4 7 0,0 0 0,1-1 0,19 24 0,38 39 0,-51-62 0,14 17-1,2-1-1,2-2 0,1-1 1,0-2-1,2-1 1,52 27-1,-50-34-1631,67 24 1,-12-13-1347,-37-13 2715,62 27-1,-110-40 226,0 1-1,0 0 0,-1 0 0,1 0 1,11 11-1,-17-14 132,0 0 1,0 0-1,0 0 1,0 0-1,0 0 1,0 0-1,0 1 1,-1-1-1,1 0 1,0 1-1,-1-1 1,1 0-1,-1 1 1,1-1-1,-1 1 1,1-1-1,-1 0 1,0 1-1,0-1 1,0 1-1,0-1 1,0 1-1,0-1 1,0 1-1,-1-1 1,1 1-1,0-1 1,-1 1-1,1-1 1,-1 0-1,0 1 1,1-1-1,-1 0 1,0 0-1,0 1 1,0-1-1,-2 2 1,-1 1 399,-1 1 1,0-1-1,0 0 1,-1-1-1,1 1 1,-10 3-1,-38 14-552,38-16 180,-188 59-120,112-39 0,-92 41 0,138-44 78,-11 4-1521,38-19-5383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52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2396 2265 24575,'-120'15'-6553,"-6"5"3574,-49 12 1909,-280 63 2240,-52 10-2512,498-103 1619,-177 24 2881,165-25-3660,1-1 0,-1 0 0,0-2 0,1 0 1,-1-2-1,1 0 0,-20-7 0,3-3 40,-56-31 0,-32-27 3225,75 42-2307,13 8-501,1-2 0,-42-35-1,63 46 466,1-1 0,1 0 0,0-1 0,1 0 0,0-1 0,1 0 0,-12-26 0,12 17 1310,1 0-1,-13-51 0,16 41-1219,-5-63 0,10 34-634,3 1 0,11-80-1,-5 97 125,2-1 0,2 2 0,3-1 0,27-64 0,-10 43 0,3 2 0,48-71 0,-47 87 0,1 1 0,3 2 0,2 2 0,1 2 0,3 2 0,57-41 0,-4 10 0,116-87 0,86-56 222,-233 171-1388,2 4 0,120-49 0,-144 72 651,0 3 0,0 1 1,1 2-1,55-3 1,185 4-421,-40 22 935,-169-4 0,89 21 0,-141-25 0,-1 2 0,-1 0 0,1 2 0,-1 1 0,-1 0 0,0 2 0,0 1 0,-1 0 0,-1 1 0,28 26 0,-18-8 624,0 0 0,-3 2-1,-1 1 1,37 65 0,66 162 2984,-115-232-3551,-3-5-57,50 117 0,-50-113 0,-2 2 0,11 61 0,9 383 0,-27-415 0,0 20 0,0 223 0,-3-294 0,0 0 0,0 0 0,-4 16 0,4-22 0,0 0 0,0 1 0,-1-1 0,1 0 0,-1 0 0,0 0 0,0 0 0,0 0 0,-1 0 0,1-1 0,0 1 0,-5 2 0,-5 4 0,0-1 0,-21 10 0,5-4 0,-356 227 0,301-187 0,11-5-1365,17-12-5461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52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54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 6 24575,'-62'-1'0,"-74"2"0,127 0 0,0 0 0,0 0 0,0 1 0,0 0 0,0 0 0,1 1 0,-1 0 0,1 1 0,0 0 0,-11 7 0,14-8 0,0 0 0,1 1 0,-1 0 0,1 0 0,0 0 0,1 0 0,-1 1 0,1 0 0,-1-1 0,2 1 0,-1 0 0,0 1 0,1-1 0,0 0 0,0 1 0,1-1 0,-2 10 0,-8 60 0,-1 144 0,13-212 0,-1 0 0,1 0 0,0 0 0,1 0 0,-1-1 0,2 1 0,-1 0 0,0-1 0,1 0 0,1 1 0,-1-1 0,1 0 0,0-1 0,0 1 0,0-1 0,1 0 0,0 0 0,0 0 0,0 0 0,1-1 0,-1 0 0,1 0 0,0-1 0,0 1 0,1-1 0,-1-1 0,9 4 0,12 1 0,0-1 0,47 5 0,60-3 0,-89-6 0,95 1 0,-105-4 0,0-1 0,35-8 0,-60 8 0,1-1 0,-1 0 0,0 0 0,0-1 0,0-1 0,-1 0 0,1 0 0,-1-1 0,-1 0 0,16-13 0,-14 9 0,0-1 0,0 0 0,-1-1 0,-1 0 0,0 0 0,0-1 0,6-15 0,-4 2 0,0 0 0,-2-1 0,-1 0 0,-2 0 0,0-1 0,-2 1 0,0-54 0,-3 72 0,-1 0 0,0 0 0,0 1 0,-1-1 0,0 1 0,0-1 0,-1 1 0,0 0 0,-7-13 0,8 16 0,-1 1 0,-1 0 0,1-1 0,0 1 0,-1 1 0,0-1 0,0 0 0,0 1 0,0 0 0,-1 0 0,1 0 0,-1 1 0,0-1 0,0 1 0,0 0 0,-9-2 0,-10 0-1365,2 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55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24575,'16'12'0,"27"20"0,25 22 0,15 14 0,1 3 0,-10-6 0,-13-10 0,-13-14 0,-15-10 0,-8-11 0,-5-4 0,-2-1 0,1 1 0,-3 2 0,-1-1 0,2-1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0:58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5558 24575,'2'-1'0,"1"1"0,-1-1 0,1 0 0,-1 1 0,0-1 0,1 0 0,-1 0 0,0-1 0,4-1 0,0-1 0,5-2 0,0-1 0,-1 0 0,0 0 0,0-1 0,10-12 0,92-96-546,66-97-2184,52-89 1281,-13-10 1,231-445 0,-194 215 137,-100 203-273,-21 62 195,217-479 5189,-161 287-3688,-37-16 689,-102 308 215,-9 66 4082,-30 87-4883,-1 0 1,-1-1 0,-2 0 0,8-41-1,-11 38-215,45-261 0,-24 183-1365,-17 61-5461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1:00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1570 1538 24575,'-217'-156'-8769,"12"-14"8838,-175-200 8593,174 122-8620,74 82-47,86 113 5,-56-48 1,-129-99-1,226 196 0,-23-24 0,26 26 0,0 0 0,0-1 0,1 1 0,-1-1 0,1 0 0,-1 1 0,1-1 0,0 0 0,-2-5 0,3 7 2,0 1-1,0 0 0,0-1 1,0 1-1,0 0 0,0-1 1,0 1-1,0 0 0,0 0 1,0-1-1,0 1 1,0 0-1,0-1 0,0 1 1,0 0-1,0-1 0,0 1 1,0 0-1,1 0 0,-1-1 1,0 1-1,0 0 1,0-1-1,0 1 0,1 0 1,-1 0-1,0 0 0,0-1 1,1 1-1,-1 0 0,0 0 1,0 0-1,1-1 1,-1 1-1,0 0 0,1 0 1,-1 0-1,0 0 0,0 0 1,1 0-1,-1 0 0,15 1-800,-13-1 176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1:02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1055 156 24575,'-94'-2'0,"0"-3"0,-151-28 0,-19-16 0,24 6 0,142 21 0,97 21 0,0 1 0,0 0 0,0 0 0,0-1 0,0 1 0,0 0 0,0 0 0,0 0 0,0 0 0,0 0 0,0 1 0,0-1 0,-1 0 0,2 1 0,-1-1 0,1 0 0,0 0 0,0 1 0,-1-1 0,1 0 0,0 0 0,0 1 0,-1-1 0,1 0 0,0 0 0,0 1 0,0-1 0,-1 0 0,1 1 0,0-1 0,0 0 0,0 1 0,0-1 0,0 1 0,0-1 0,0 0 0,0 1 0,0 0 0,0 2 0,1 1 0,0-1 0,0 0 0,0 1 0,0-1 0,2 4 0,-3-7 0,20 55 0,-2 2 0,15 84 0,16 54 0,-39-162 0,11 58 0,-1 14-1365,-17-84-5461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1:04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2109 24575,'13'-437'0,"-1"9"0,-12 356 0,-1-139 0,0 192 0,-1 0 0,-1 1 0,0-1 0,-2 1 0,0 0 0,-1 0 0,0 1 0,-2 0 0,0 0 0,-19-28 0,-150-245 0,75 130 0,79 130 0,-1 1 0,-1 1 0,-32-27 0,-79-68-1365,115 103-5461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1:05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339 24 24575,'-4'0'0,"-6"0"0,-5 0 0,-8 0 0,-5 0 0,-5 0 0,-1 0 0,0 0 0,3-5 0,2 0 0,2 0 0,1 1 0,2 1 0,4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1:06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 24575,'-4'0'0,"-1"4"0,-1 5 0,2 6 0,1 8 0,2 4 0,0 2 0,0 0 0,1-1 0,0-1 0,1 0 0,-1-6-8191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5338 2668 22298,'-2'105'0,"-5"0"0,-3-1 0,-4 0 0,-5-1 0,-3-1 0,-5 0 0,-3-2 0,-4-1 0,-4-2 0,-4-1 0,-4-1 0,-4-3 0,-3-2 0,-3-1 0,-4-3 0,-3-3 0,-4-2 0,-2-2 0,-4-4 0,-2-2 0,-4-4 0,-2-2 0,-2-4 0,-3-3 0,-2-4 0,-3-3 0,-1-3 0,-3-5 0,0-3 0,-3-3 0,-1-5 0,-1-4 0,-2-3 0,0-5 0,-1-3 0,-1-5 0,0-4 0,-1-4 0,0-3 0,1-6 0,-1-3 0,1-4 0,0-4 0,1-5 0,1-3 0,0-5 0,2-3 0,1-4 0,1-5 0,2-3 0,2-3 0,2-5 0,1-3 0,3-3 0,2-4 0,2-3 0,3-4 0,3-2 0,3-4 0,2-2 0,3-4 0,4-2 0,3-2 0,3-3 0,3-3 0,4-1 0,4-2 0,3-3 0,4-1 0,4-1 0,4-2 0,3-1 0,5-2 0,3 0 0,5-1 0,4-1 0,3 0 0,5-1 0,4 0 0,4 1 0,4-1 0,5 1 0,3 0 0,4 1 0,5 0 0,3 2 0,5 1 0,3 1 0,4 1 0,4 2 0,4 2 0,3 2 0,4 1 0,4 3 0,3 2 0,3 2 0,3 3 0,4 3 0,3 3 0,2 2 0,3 3 0,3 4 0,3 3 0,2 3 0,2 3 0,3 4 0,1 4 0,2 3 0,2 4 0,2 4 0,1 4 0,1 3 0,2 5 0,0 3 0,1 5 0,1 3 0,0 5 0,1 4 0,-1 4 0,1 4 0,0 4 0,-1 4 0,0 5 0,-1 3 0,-1 5 0,0 3 0,-2 5 0,-1 3 0,-1 4 0,-3 4 0,0 4 0,-3 3 0,-1 4 0,-3 4 0,-2 3 0,-3 3 0,-2 3 0,-2 4 0,-4 3 0,-2 2 0,-4 3 0,-2 3 0,-4 3 0,-3 2 0,-4 2 0,-3 3 0,-3 1 0,-4 2 0,-4 2 0,-4 2 0,-4 1 0,-4 1 0,-3 1 0,-5 2 0,-3 0 0,-5 1 0,-4 0 0,-3 1 0,-5-1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2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 24575,'0'37'0,"-13"106"0,-28 273 0,-15 221 0,1 14 0,11-102-8191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1473 0 24575,'-13'0'0,"-49"8"0,-67 24 0,-62 26 0,-39 25 0,-5 14 0,21 3 0,42-12 0,52-16 0,45-24 0,43-25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5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24575,'4'0'0,"14"0"0,28 4 0,44 5 0,39 6 0,27 9 0,11 3 0,-7 2 0,-21 0 0,-31 0 0,-29-7 0,-29-5-8191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2192 1 24575,'-4'0'0,"-6"4"0,-8 2 0,-19 7 0,-27 23 0,-32 25 0,-28 28 0,-26 26-6784,-37 36 6784,-44 54 0,-37 53-4536,-9 32 4536,18 0-3034,40-37 3034,66-78-1191,59-68 8545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37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23755,'967'920'0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43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23989,'97'1284'0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4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12182,'23'1210'0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22527,'315'-48'0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4:36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2460 24575,'3'0'0,"1"0"0,-1 1 0,0-1 0,0 1 0,0-1 0,0 1 0,0 0 0,3 1 0,8 3 0,71 23 0,198 62 0,8-20 0,-258-63 0,1-2 0,-1-2 0,1-1 0,0-1 0,0-2 0,0-2 0,52-10 0,-40 2 0,48-20 0,78-43 0,31-35 0,268-196 0,-23-31 0,-28-17 0,-18-14 0,-208 188 0,95-88-14,303-273-1337,-492 452-5475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46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24575,'265'-8'0,"-245"7"0,259-15 0,1330-100-7928,-1551 111 7550,121-9 378,53-11 12,7 0 288,-1 17 6564,-229 8-6711,0 0 0,0 1 0,-1 0 1,1 1-1,0 0 0,-1 0 1,13 5-1,-16-4-160,-1-1 0,1 1 0,-1 0 1,0 0-1,0 0 0,0 0 0,0 1 0,-1 0 0,1 0 1,-1 0-1,0 0 0,0 0 0,4 9 0,-2-1-56,0 0 0,0 1 0,-1-1-1,-1 1 1,3 26 0,0 71-4022,-6-89 2896,-13 498-224,-29-2 1695,39-485-282,0 7 0,-12 55 0,14-90 377,0 0 0,0 0 0,0 0 0,-1 0 0,1-1 0,-1 1-1,0 0 1,-4 5 0,4-8-215,1 1-1,0-1 1,-1 0-1,1 0 1,-1 0-1,1 0 1,-1 0-1,1-1 1,-1 1 0,0 0-1,1-1 1,-1 1-1,0-1 1,0 1-1,1-1 1,-1 0-1,0 0 1,0 0-1,1 0 1,-4 0-1,-132-20-161,-321 17 0,332 6 0,-817 8 0,696 0 0,-12 1 0,179-8 0,-97 16 0,-75 28 0,188-33-1365,11-1-5461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49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1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79 302 24575,'38'-6'-9800,"12"-3"5843,-31 5 3267,99-21 2973,45-13-1439,-89 20-798,459-102 2015,-354 88-989,187-9-1,-36 32 4751,-3 14-4372,-76 0-1652,366-4 202,-612-1 0,1 0 0,0 0 0,-1 1 0,1 0 0,5 1 0,-9-1 0,0 0 0,0-1 0,-1 1 0,1 0 0,0 0 0,-1 0 0,1 1 0,0-1 0,-1 0 0,1 0 0,-1 1 0,0-1 0,0 1 0,1 0 0,-1-1 0,0 1 0,0 0 0,1 2 0,1 4 0,0 0 0,-1 0 0,0 1 0,0-1 0,0 12 0,0 45 0,-2-48 0,-3 431 0,0-140 0,3 161 0,0-455 0,1-8 0,-1 0 0,0 1 0,-1-1 0,1 0 0,-3 9 0,3-13 0,-1-1 0,1 1 0,-1-1 0,0 1 0,0-1 0,1 1 0,-1-1 0,0 0 0,0 0 0,0 1 0,0-1 0,-1 0 0,1 0 0,0 0 0,0 0 0,-1 0 0,1 0 0,0-1 0,-1 1 0,1 0 0,-1-1 0,1 1 0,-1-1 0,1 1 0,-1-1 0,-2 0 0,-84 5 0,43-5 0,-87 4 0,-601 36-4211,201-9 1618,385-24 2991,-701 19 5983,274-27-6356,558 2-707,-26 3-1,14 1-6143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4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24575,'-57'91'0,"-47"101"0,-25 104 0,109-245 0,-72 171 0,79-196 0,10-23 0,2-6 0,3-10 0,20-74 0,53-136 0,-25 103 0,75-129 0,-114 230 0,27-44 0,-34 57 0,0 1 0,0 0 0,1 0 0,0 0 0,0 0 0,0 1 0,0 0 0,9-5 0,-13 8 0,0 1 0,0-1 0,0 1 0,0-1 0,1 1 0,-1-1 0,0 1 0,0 0 0,1 0 0,-1-1 0,0 1 0,0 0 0,1 0 0,-1 0 0,0 1 0,0-1 0,1 0 0,-1 0 0,0 1 0,0-1 0,1 0 0,-1 1 0,0-1 0,0 1 0,0 0 0,0-1 0,0 1 0,0 0 0,0 0 0,1 1 0,2 2 0,0 1 0,-1 0 0,1 0 0,-1 0 0,3 8 0,-2-5 0,13 23 0,2-1 0,22 28 0,48 51 0,-50-66 0,-3 2 0,45 74 0,-74-107-83,-2 1-1,0-1 0,0 1 1,-1 0-1,4 26 1,-5-23-781,0-2-5962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24575,'4'-4'0,"5"-2"0,6 0 0,4-2 0,7-1 0,-1 2-8191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24575,'-8'4'0,"-7"10"0,-5 6 0,1 5 0,12-11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2:5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24575,'0'141'-1594,"0"-75"1902,0-58-259,0-2-15,0-1-1,0 1 1,0-1-1,1 0 0,0 0 1,0 1-1,3 7 0,-3-10 6,0-1-1,1 1 0,0-1 0,-1 0 0,1 0 0,0 0 0,0 0 1,0 0-1,0 0 0,0 0 0,1-1 0,-1 1 0,1-1 0,-1 0 0,1 1 1,-1-1-1,1 0 0,0 0 0,-1-1 0,5 1 0,21 5-519,50 1 1,43-3-2737,1-4 0,185-26 0,-223 13 3260,-1-4 1,0-4-1,-1-3 0,117-52 1,-198 76-45,18-8 1449,0-1-1,-1-1 1,35-25-1,-48 31-1020,-1 0 0,0 0 0,0-1 0,0 1-1,0-1 1,-1 0 0,1 0 0,2-6 0,-5 7-361,1 1 1,-1-1 0,0 0-1,0 0 1,0 0 0,-1 0-1,1 0 1,-1 0 0,0 0 0,0-1-1,0 1 1,-1 0 0,0-4-1,-2 0-66,1 0 0,-1 0 0,0 1 0,-1-1 0,0 1 0,0 0 0,0 0 0,-1 1 0,0-1 0,-1 1 0,1 0 0,-1 0 0,0 1 0,0-1 0,-1 1 0,0 1 0,-11-7 0,-11-4 0,-1 2 0,0 0 0,-34-8 0,55 19 0,-110-33 0,-162-25 0,-128 11 0,387 48 0,-7-2 0,-48 2 0,70 1 0,0 1 0,-1 0 0,1 0 0,0 1 0,-1 0 0,1 0 0,0 1 0,1-1 0,-1 2 0,0-1 0,-9 7 0,12-5-125,-1-1 0,1 1 0,0 0 0,0 0 0,1 0 0,0 1-1,-1 0 1,2-1 0,-4 11 0,5-15 11,-7 20-6712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4:39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2178 3806 24575,'-2'0'-491,"0"0"-1,1-1 1,-1 1-1,0-1 1,0 1-1,0-1 0,0 0 1,1 1-1,-1-1 1,0 0-1,1 0 1,-1 0-1,-1-2 1,-21-21-3473,15 14 3489,-325-352 4722,24-24 1696,-19-94-4910,283 410-936,-7-5-97,-68-74 0,-72-55 0,117 125 0,4-4 0,3-2 0,4-4 0,4-2 0,4-3 0,4-2 0,-77-197 0,95 196 0,5-1 0,-31-180 0,57 225 0,2 0 0,6-69 0,-1 68 0,-2 0 0,-7-57 0,-11-57-1365,15 132-5461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4:4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10636 4298 24575,'-12'-540'0,"-46"8"0,33 410-93,-4 1-1,-7 2 0,-4 1 1,-5 2-1,-6 2 0,-4 2 1,-5 3-1,-117-159 0,91 156 62,-5 5-1,-5 3 1,-4 5 0,-4 5-1,-4 3 1,-4 6 0,-177-102-1,-81-2-1092,-71 12 844,-301-58-968,-14 38 1,303 94 1046,45 21-606,-15 15 707,-554-16 0,-481 69 141,14 133 34,1204-80-51,78-6 1712,-295 101 0,347-93-1172,-364 117 1484,395-136-3412,12-2-5461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4:42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1027 0 24575,'-41'1'-7434,"1"2"3625,-39 7 3120,-75 20 5143,136-26-5192,-47 10 3402,-93 35 1,124-36-936,-58 33-1,68-31-2013,-29 23 0,30-20 285,-74 64 0,84-70 0,1 2 0,0-1 0,1 1 0,0 1 0,-9 17 0,2 3 0,2 0 0,-15 44 0,30-76 0,0 0 0,1 0 0,-1 0 0,1 1 0,-1-1 0,1 0 0,0 0 0,0 1 0,0-1 0,1 0 0,-1 0 0,1 1 0,0-1 0,0 0 0,0 0 0,0 0 0,0 0 0,1 0 0,-1 0 0,1 0 0,0-1 0,0 1 0,3 3 0,5 3 0,-1-1 0,1 0 0,1 0 0,19 10 0,-5-3 0,357 264 0,-250-178 0,-112-86 0,0-1 0,1-2 0,0 0 0,1-1 0,0-1 0,24 7 0,-42-16-170,1 1-1,-1-1 0,0 1 1,0 0-1,0 1 0,-1-1 1,7 5-1,-1 2-6655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4:49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7:12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 24575,'-4'20'-3276,"-5"32"-1,-6 32 0,-12 55 1787,-14 73 1490,-13 75 0,-5 55 1879,-1 18-1879,6-23 0,12-56 0,9-73 1844,6-71-1844,8-58-594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7:14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24575,'23'68'0,"-12"-33"0,121 419 0,-105-357 0,-24-87 0,11 40 0,26 61 0,-37-104 0,0-1 0,0 1 0,1-1 0,0 0 0,0 0 0,0 0 0,6 5 0,-8-9 0,1 0 0,-1 0 0,0-1 0,1 1 0,-1-1 0,1 0 0,-1 1 0,1-1 0,-1 0 0,1-1 0,0 1 0,0 0 0,-1-1 0,1 1 0,0-1 0,0 0 0,0 0 0,0 0 0,4-1 0,-3 0 0,1 0 0,-1 0 0,0 0 0,1 0 0,-1-1 0,0 1 0,0-1 0,0 0 0,0-1 0,0 1 0,0-1 0,-1 0 0,7-6 0,-6 4 0,0 0 0,0-1 0,0 1 0,-1-1 0,0 0 0,0 0 0,-1-1 0,4-12 0,21-84 0,30-97 0,-49 179 198,2 0-1,13-23 0,-6 17-1305,2 1 0,31-35-1,122-100-2942,-171 160 4051,8-7 0,0 0 0,1 1 0,0 0 0,0 0 0,15-6 0,-24 12 15,1 0 1,0 1-1,-1-1 0,1 1 0,0-1 0,0 1 0,-1 0 1,1-1-1,0 1 0,0 0 0,-1 0 0,1 0 0,0 1 1,0-1-1,-1 0 0,1 1 0,0-1 0,0 1 0,-1-1 1,1 1-1,-1 0 0,1 0 0,0 0 0,-1 0 1,0 0-1,1 0 0,-1 0 0,0 0 0,1 1 0,-1-1 1,0 0-1,0 1 0,0-1 0,0 1 0,1 1 0,5 12 896,0-1-1,10 31 0,33 116 1859,25 107-2069,20 83-1002,-65-239-298,296 1121-1732,-280-1053-2587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7:16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1396 168 24575,'-46'-1'-4085,"-76"-13"0,-42-18 1764,133 25 2210,-124-29 1932,-49-10-522,-1 17 2676,176 27-3087,0 2 1,1 1-1,-48 7 0,58-4-894,-1 0-1,1 1 1,0 1-1,1 1 0,-1 0 1,-25 16-1,35-17 7,0 0 0,0 0 0,1 1 0,0 0 0,0 0 0,0 1 0,1 0 0,0 0 0,1 0 0,0 1 0,0 0 0,-6 17 0,0 7 0,1 0 0,-6 45 0,16-77 0,-13 78 0,4 0 0,4 0 0,3 1 0,11 104 0,70 308 0,-65-428 0,25 71 0,-35-124 0,0-1 0,0 0 0,1 0 0,1 0 0,10 14 0,-12-20 0,-1 0 0,1 0 0,0-1 0,0 1 0,1-1 0,-1 0 0,1 0 0,0 0 0,-1 0 0,1-1 0,1 0 0,8 3 0,15 0-18,0-1-1,1-1 0,0-1 1,41-3-1,-23 0-434,174 0-5503,107 0 5062,-189-2-2274,-18-7 6391,-82 3-3115,-1-1-1,59-21 1,-74 20-1281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7:17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 1 24575,'0'12'0,"0"29"0,-5 53 0,-13 72 0,-16 118 0,-15 143 0,-11 94-3276,-7 32 3245,-6-25 31,6-60 0,11-90 0,14-101 417,11-97-417,5-79 0,5-57 0,4-36-5301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7:19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140 148 24575,'19'0'0,"-1"-2"0,30-6 0,-26 4 0,207-44 0,6-1 0,3 18 0,-186 27 0,1 3 0,99 9 0,-135-5 0,0 0 0,1 1 0,-2 1 0,1 0 0,0 1 0,-1 1 0,0 1 0,-1 0 0,0 1 0,0 0 0,0 2 0,19 18 0,-16-12 0,-1 1 0,-1 1 0,-1 1 0,-1 0 0,0 1 0,-2 0 0,19 44 0,-26-53 0,-1 2 0,0-1 0,-1 0 0,0 1 0,-1-1 0,0 1 0,-2 0 0,1 0 0,-2 0 0,0-1 0,0 1 0,-1 0 0,-1-1 0,-1 1 0,-9 24 0,-1-9 7,-1-1 0,-1 0 0,-2-1 0,-1-1-1,-1-1 1,-26 26 0,-153 129-601,-188 133-5471,113-91 5892,262-213 203,-83 64-111,77-60 230,-1-2 0,-1 0 1,-26 10-1,40-18 319,0-1 1,0 0-1,0-1 0,-1 1 0,1-1 0,-1 0 0,1-1 0,-1 0 0,1 0 0,-10-1 0,4-2-250,0 0 0,0 0 0,0-1-1,-16-8 1,16 6-342,-1 1 0,0 1 0,-1 0 0,1 1 0,-1 0 0,1 1-1,-1 1 1,0 0 0,0 1 0,-22 2 0,9 2-6702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4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21095,'170'1984'0,"-122"-2104"0,-96 240 0,-19-230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2323 0 22855,'-2322'1451'0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19794,'1741'1622'0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3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2009 24575,'0'-92'0,"8"-245"0,-3 285 0,2 0 0,2 1 0,2 0 0,26-69 0,-12 61 0,2 0 0,67-104 0,94-91 0,-130 184 0,80-77 0,-87 102 0,2 2 0,1 2 0,3 2 0,0 4 0,3 1 0,1 3 0,1 3 0,1 3 0,2 2 0,0 4 0,91-16 0,387-23 0,-437 50 0,-46 3-163,525-28-6458,-529 34 7978,0 1 0,0 4 0,0 1-1,88 25 1,94 42-1357,-195-57 0,-1 2 0,0 1 0,54 37 0,-85-49 0,-1 0 0,0 1 0,0 0 0,-1 0 0,12 17 0,240 352 0,-175-246 0,102 145-1097,78 120-4824,-245-363 4748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4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2837 4335 24575,'-229'-5'-1638,"7"-5"-5164,-64-5 4170,-917-88 4706,998 76-856,69 0-838,107 19-405,0 0 0,-35-18-1,52 21 467,0-1-1,1-1 0,0 0 1,0-1-1,0 0 0,1-1 0,-9-9 1,6 2 504,-1-1 0,2 0 1,-15-27-1,8 10-888,-2 1 1,-48-59-1,40 61-57,-35-53 0,55 71 0,1-1 0,0 0 0,2-1 0,-1 0 0,2 0 0,0 0 0,-4-20 0,4-1 0,1 0 0,1-69 0,20-72 0,1 72 0,6 1 0,63-176 0,111-189 0,-100 251 0,55-120 0,-119 270 0,2 3 0,3 0 0,3 3 0,2 1 0,3 3 0,57-55 0,420-350 0,-418 382-1900,3 5 1,3 4-1,202-94 0,-15 45 3846,-48 45 3062,4 22-3407,265 1-8210,-6 41 1226,4 14 5671,-246 0 2920,61 3 3510,0 10-5407,332 56-1800,-624-64 489,324 55 0,-3 25 0,299 134 0,-560-180 0,170 95 0,-216-105 0,85 53 0,-109-63 0,-1 1 0,38 37 0,179 222-135,-180-199-860,145 183-2680,-21 15 1696,-53-20 1697,-113-202 753,-3 2 0,24 99 0,-33-99 4078,30 115-3445,-33-138-1104,-2 1 0,-2-1 0,3 63 0,-3-32 0,4 64 0,-8 185 0,-3-305 0,0-1 0,-1 0 0,0 1 0,0-1 0,-1 0 0,-1 0 0,0 0 0,-9 17 0,8-21 0,1 0 0,-1 0 0,0-1 0,-1 1 0,1-1 0,-1 0 0,0-1 0,-1 0 0,0 0 0,0 0 0,0-1 0,-13 7 0,-9 0 0,-1-1 0,-42 8 0,17-5 0,-271 56 0,174-40 0,-209 46 0,-560 104 0,857-169 0,-397 75 0,117 1 0,-82 18 0,294-80 70,68-13-1505,25-3-5391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49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977 2569 24575,'-259'-20'0,"222"14"-108,0 0 0,0-3 0,0-1 0,1-2 0,-57-27 0,71 28-649,0-1 0,1-2 0,0 0 0,1-1 1,0-1-1,1-1 0,1-1 0,1 0 1,-23-32-1,19 16 422,0-1 1,2-1 0,-18-50 0,-28-119-1433,47 129 1556,3-1 0,-6-125 0,17 89 275,13-133-1,-1 169 809,32-146 0,-27 178 1145,1 1-1,2 1 0,1 0 1,38-64-1,-40 85-2016,0 1 0,2 0 0,0 1 0,1 1 0,1 0 0,33-23 0,137-82 0,-164 109 0,42-24 0,1 3 0,3 4 0,0 2 0,2 4 0,1 2 0,142-24 0,-21 22 0,0 9 0,209 9 0,-363 9 0,0 1 0,0 3 0,56 13 0,-72-11 0,0 1 0,-1 1 0,0 1 0,0 1 0,-1 1 0,30 22 0,35 32 0,95 92 0,-154-131 0,-2 2 0,46 61 0,-56-64 0,-1 1 0,-1 1 0,-2 0 0,16 45 0,7 46 0,10 62 0,194 871 0,-215-940 0,-16-72 0,28 141 0,-36-173 0,3 30 0,-4-36 0,0 0 0,0-1 0,-1 1 0,1 0 0,0 0 0,-1-1 0,1 1 0,-1-1 0,1 1 0,-1 0 0,0-1 0,0 1 0,1-1 0,-1 1 0,0-1 0,-3 3 0,3-3 0,-1 0 0,1 0 0,-1 0 0,1-1 0,-1 1 0,1 0 0,-1-1 0,0 1 0,1-1 0,-1 1 0,0-1 0,0 0 0,1 0 0,-1 0 0,0 0 0,-3-1 0,-30-6 0,21 3 0,-37-6 0,-2 1 0,-67-1 0,-108 9 0,131 2 0,-75-2 0,-222 4 0,278 3 0,-159 29 0,92-8 0,-41 8 0,183-24-1365,9 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22690,'24'1210'0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2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1 15641,'-968'676'0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18206,'629'121'0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0 24575,'-13'5'0,"-28"21"0,-28 27 0,-18 26 0,-8 10 0,5 0 0,14-4 0,15-12 0,14-14 0,15-13 0,9-11 0,4-10 0,5-6 0,6-6-8191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6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21602,'896'483'0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6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24575,'16'0'-9830,"31"4"3277,35 6 11616,124 21-5063,79 18-2155,29 18 2155,-6 4 0,-35-1 1900,-51-8-1900,-60-10 4410,-57-15-5436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7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2525 1 24575,'-8'4'0,"-36"30"0,-72 71 0,-98 105 0,-100 110 0,-62 75-3666,-12 20 3666,31-33 0,68-71 0,79-86-5001,75-85 5001,61-66 476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57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1 428 24575,'0'14'0,"1"0"0,1 0 0,0 1 0,6 15 0,21 56 0,-12-39 0,33 106 0,0-1 0,73 156 0,-42-142 0,473 850 0,-552-1012 0,120 177 0,-116-172 0,0-2 0,1 1 0,0-1 0,10 8 0,-13-13 0,-1 0 0,0 0 0,1-1 0,-1 1 0,1-1 0,-1 1 0,1-1 0,-1 0 0,1 0 0,0-1 0,0 1 0,0-1 0,7 0 0,95-11 0,-12 1 0,170-3 0,42-4 0,-4-24 0,-233 24 0,-1-3 0,-1-2 0,-1-4 0,-1-3 0,71-43 0,286-206 0,-158 75 0,-194 142 0,95-109 0,-111 106 0,-2-3 0,-4-2 0,40-75 0,-53 76 0,-2-1 0,44-140 0,23-237 0,-41-5 0,-53 387-1365,-3 16-5461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59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1047 141 24575,'-4'-1'0,"-1"1"0,1-1 0,0 0 0,-1 0 0,1 0 0,-5-2 0,-9-4 0,-80-15 0,-114-12 0,162 28 0,-374-52 0,424 58 0,-17-3 0,1 2 0,-1-1 0,-26 3 0,38 0 0,0-1 0,0 1 0,0 1 0,1-1 0,-1 1 0,0-1 0,0 2 0,1-1 0,0 0 0,-1 1 0,1 0 0,0 0 0,0 0 0,0 0 0,-6 8 0,6-6 0,0 0 0,0 1 0,0 0 0,1 0 0,0 0 0,0 0 0,1 1 0,-1-1 0,1 0 0,-1 9 0,2-4 0,0-1 0,0 1 0,1 0 0,0 0 0,4 19 0,2-1 0,2 0 0,1-1 0,21 47 0,41 69 0,-54-115 0,1 0 0,38 45 0,6-5 0,108 92 0,-117-118 0,1-3 0,107 59 0,-96-66 60,133 49 0,-157-69-357,0-2 0,0-2 0,1-2 0,73 4 0,-73-11-6529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2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370 321 24575,'1'-3'0,"-1"1"0,1-1 0,0 0 0,0 1 0,1-1 0,-1 1 0,0 0 0,1-1 0,-1 1 0,1 0 0,0 0 0,2-2 0,1-3 0,27-31 0,1 0 0,2 3 0,2 0 0,61-44 0,-87 72 0,0 0 0,0 1 0,0 0 0,1 1 0,0 1 0,24-7 0,-15 7 0,0 1 0,-1 1 0,33 2 0,1 0 0,139 9 0,-180-7 0,-1 1 0,-1 0 0,1 0 0,0 1 0,-1 0 0,0 1 0,0 1 0,0 0 0,0 0 0,-1 1 0,0 0 0,-1 1 0,0 0 0,0 0 0,0 1 0,-1 0 0,-1 1 0,1 0 0,-2 0 0,1 0 0,6 17 0,-4-7 0,-1 1 0,-1 1 0,-2-1 0,0 1 0,-1 0 0,-1 0 0,0 0 0,-2 1 0,-1-1 0,-1 0 0,-5 29 0,2-26 0,-1-1 0,-1 1 0,-2-1 0,0 0 0,-2-1 0,0 0 0,-2 0 0,0-1 0,-26 34 0,31-47 0,-1-1 0,1 1 0,-1-2 0,-1 1 0,1-1 0,-1-1 0,-1 1 0,1-2 0,-13 6 0,10-5 0,-2-1 0,1-1 0,-1-1 0,1 0 0,-1 0 0,-26 0 0,-171-7 0,76-1 0,-302 31 33,249-9-1431,136-13-5428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5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7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2 24575,'-170'-1'0,"-180"2"0,337 0 0,1 0 0,0 0 0,0 1 0,0 0 0,-13 5 0,22-6 0,0 0 0,0 1 0,0-1 0,0 0 0,0 1 0,0 0 0,0 0 0,1 0 0,-1 0 0,1 0 0,0 0 0,0 0 0,-1 1 0,1-1 0,1 1 0,-1 0 0,0 0 0,1-1 0,-1 1 0,1 0 0,0 0 0,0 0 0,0 1 0,0 3 0,0 3 0,2 0 0,-1-1 0,1 1 0,1 0 0,0 0 0,0-1 0,7 18 0,6 27 0,-4 23 0,1 102 0,-8-88 0,4 45 0,20 245 0,-27-370 0,0-3 0,0-1 0,0 0 0,0 1 0,3 6 0,-3-12 0,0-1 0,-1 1 0,1-1 0,0 1 0,0-1 0,0 1 0,0-1 0,0 1 0,0-1 0,0 0 0,1 0 0,-1 1 0,0-1 0,1 0 0,-1 0 0,1 0 0,-1-1 0,1 1 0,-1 0 0,1-1 0,-1 1 0,3 0 0,5 0 0,0 0 0,0 0 0,1-1 0,-1 0 0,13-3 0,48-10 0,-53 9 0,133-26 120,-111 24-863,76 0 1,-95 7-6084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923 1 24575,'-112'0'0,"-334"14"0,397-8 0,-196 31 0,245-37 0,-8 1 0,0 2 0,0-1 0,1 1 0,-11 5 0,17-8 0,-1 1 0,1 0 0,0 0 0,-1 0 0,1 0 0,0 0 0,0 0 0,-1 0 0,1 0 0,0 0 0,0 1 0,0-1 0,1 0 0,-1 1 0,0-1 0,0 1 0,1-1 0,-1 1 0,1-1 0,-1 1 0,1-1 0,0 1 0,0-1 0,0 1 0,-1 0 0,1-1 0,1 1 0,-1 2 0,18 68 0,1 8 0,-10-12 0,0 74 0,-10 68 0,0-3 0,1-198 0,1 7 0,3 27 0,-4-39 0,1 0 0,0 0 0,0-1 0,1 1 0,-1 0 0,1 0 0,-1-1 0,1 1 0,0-1 0,0 0 0,1 1 0,2 2 0,-3-5 0,0 1 0,-1-1 0,1 0 0,0 0 0,0 0 0,0 0 0,0 0 0,0-1 0,0 1 0,0-1 0,0 1 0,0-1 0,0 0 0,1 1 0,-1-1 0,0 0 0,0 0 0,0-1 0,4 0 0,4-1 0,0-1 0,18-7 0,-12 4 0,38-10 0,1 1 0,101-11 0,-126 21-1365,-4-1-5461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1126 0 24575,'-261'0'0,"249"1"0,0 0 0,0 1 0,1 0 0,-1 0 0,1 2 0,-20 6 0,-65 38 0,50-24 0,-466 233 0,497-250 0,2-1 0,0 1 0,0 0 0,0 1 0,-17 15 0,29-22 0,0 0 0,0 0 0,0 0 0,0 0 0,0 0 0,0 1 0,0-1 0,1 0 0,-1 1 0,0-1 0,1 0 0,-1 1 0,1-1 0,-1 1 0,1-1 0,0 1 0,0-1 0,0 1 0,-1-1 0,1 1 0,1 0 0,-1-1 0,0 1 0,0-1 0,1 1 0,-1-1 0,1 3 0,2 2 0,0 0 0,1-1 0,0 1 0,-1-1 0,7 7 0,3 3 0,10 19 0,-2 1 0,-1 1 0,-2 0 0,19 54 0,40 159 0,-60-185 0,23 97 0,-34-137 0,-5-19 0,0 0 0,1 1 0,-1-1 0,6 12 0,-7-16 0,1 1 0,0-1 0,0 0 0,0 1 0,0-1 0,0 0 0,1 1 0,-1-1 0,0 0 0,1 0 0,-1 0 0,0 0 0,1 0 0,-1-1 0,1 1 0,0 0 0,-1-1 0,3 2 0,6-1 0,0 0 0,0 0 0,0-1 0,14-1 0,-6 0 0,424-7 0,-124 3 0,-165-1 51,74-1-1467,-155 9-5410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1017 289 23989,'-1016'-289'0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4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823 348 24575,'2'17'-4418,"7"5"5028,-7-18-366,0 0 0,0 0 0,-1 0 1,1 1-1,0 6 0,-1-10-213,-1 1 1,0-1-1,0 1 0,0 0 0,-1-1 1,1 1-1,0-1 0,-1 1 0,1-1 1,0 1-1,-1-1 0,0 1 1,0 1-1,-17 20 325,-21 20 205,-3-2-1,-73 56 1,-107 56-694,204-142 133,-73 42 0,80-48 0,1 0 0,-1-1 0,0-1 0,0 0 0,-1 0 0,-20 2 0,27-5 0,1 0 0,-1-1 0,1 1 0,0-1 0,-1 0 0,1 0 0,0 0 0,-1 0 0,1-1 0,0 0 0,0 0 0,0 0 0,1 0 0,-1 0 0,0-1 0,1 0 0,-1 0 0,1 0 0,0 0 0,0 0 0,0-1 0,1 1 0,-3-5 0,-5-9 0,1 0 0,1 0 0,1 0 0,-6-20 0,10 26 0,-40-131 0,39 123 0,1-1 0,0 0 0,2 1 0,0-1 0,3-31 0,3 15 0,2 0 0,1 1 0,2 0 0,1 0 0,2 1 0,24-45 0,-31 66 0,2 1 0,0 0 0,0 1 0,1 0 0,0 0 0,1 1 0,0 0 0,16-11 0,-20 17 0,-1 0 0,1 0 0,0 1 0,0 0 0,1 1 0,-1-1 0,0 1 0,1 0 0,0 1 0,-1-1 0,1 1 0,0 1 0,-1-1 0,1 1 0,0 1 0,0-1 0,-1 1 0,1 0 0,9 3 0,-12-3 0,0 1 0,-1-1 0,1 1 0,-1 0 0,1 0 0,-1 0 0,0 1 0,0-1 0,0 1 0,0-1 0,0 1 0,-1 0 0,1 0 0,-1 1 0,0-1 0,0 0 0,0 1 0,0-1 0,-1 1 0,1 0 0,-1-1 0,0 1 0,1 8 0,1 6 0,-2 0 0,0 0 0,-2 36 0,-1-32 0,0 38-1365,1-36-5461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977 2569 24575,'-259'-20'0,"222"14"-108,0 0 0,0-3 0,0-1 0,1-2 0,-57-27 0,71 28-649,0-1 0,1-2 0,0 0 0,1-1 1,0-1-1,1-1 0,1-1 0,1 0 1,-23-32-1,19 16 422,0-1 1,2-1 0,-18-50 0,-28-119-1433,47 129 1556,3-1 0,-6-125 0,17 89 275,13-133-1,-1 169 809,32-146 0,-27 178 1145,1 1-1,2 1 0,1 0 1,38-64-1,-40 85-2016,0 1 0,2 0 0,0 1 0,1 1 0,1 0 0,33-23 0,137-82 0,-164 109 0,42-24 0,1 3 0,3 4 0,0 2 0,2 4 0,1 2 0,142-24 0,-21 22 0,0 9 0,209 9 0,-363 9 0,0 1 0,0 3 0,56 13 0,-72-11 0,0 1 0,-1 1 0,0 1 0,0 1 0,-1 1 0,30 22 0,35 32 0,95 92 0,-154-131 0,-2 2 0,46 61 0,-56-64 0,-1 1 0,-1 1 0,-2 0 0,16 45 0,7 46 0,10 62 0,194 871 0,-215-940 0,-16-72 0,28 141 0,-36-173 0,3 30 0,-4-36 0,0 0 0,0-1 0,-1 1 0,1 0 0,0 0 0,-1-1 0,1 1 0,-1-1 0,1 1 0,-1 0 0,0-1 0,0 1 0,1-1 0,-1 1 0,0-1 0,-3 3 0,3-3 0,-1 0 0,1 0 0,-1 0 0,1-1 0,-1 1 0,1 0 0,-1-1 0,0 1 0,1-1 0,-1 1 0,0-1 0,0 0 0,1 0 0,-1 0 0,0 0 0,-3-1 0,-30-6 0,21 3 0,-37-6 0,-2 1 0,-67-1 0,-108 9 0,131 2 0,-75-2 0,-222 4 0,278 3 0,-159 29 0,92-8 0,-41 8 0,183-24-1365,9 0-5461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22690,'24'1210'0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1 15641,'-968'676'0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18206,'629'121'0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0 24575,'-13'5'0,"-28"21"0,-28 27 0,-18 26 0,-8 10 0,5 0 0,14-4 0,15-12 0,14-14 0,15-13 0,9-11 0,4-10 0,5-6 0,6-6-8191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21602,'896'483'0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46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1 933 24575,'150'-21'0,"55"-8"0,91-18 0,439-79-1375,-1-30 813,-443 76 607,-60 3 138,-58 6-137,-129 50 96,-2-2-1,53-36 1,-67 38 55,-1-2 0,-1 0 0,40-46 1,-55 56-382,0 1 1,1 0 0,0 1 0,24-17 0,-18 17-6643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0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0 736 24575,'40'39'-4023,"77"75"130,163 136 9213,-168-147-2691,-48-41-2662,312 252 33,24-18 0,-313-232 0,136 99 0,-27-21 0,62 46 0,-104-75 0,824 609 0,-814-596 0,11 14-3276,-146-114 1995,-2 2 0,38 48 1,32 64 1915,-58-83-936,167 237 5762,-202-288-5476,54 85-2828,-53-81 2471,0 1 0,0 0 1,-1 1-1,-1-1 0,1 1 0,2 21 0,-5-16 372,-1 0 0,0 0 0,-1-1 0,-1 1 0,-4 16 0,-1-2 0,-20 51 0,17-58 74,-2 0-1,0 0 0,-1-2 1,-20 27-1,-75 78 2837,-62 54 244,-247 222-2801,282-286-353,135-117 0,-97 75 0,83-66 0,-1 0 0,1 0 0,-1-2 0,-29 11 0,39-17 0,-1 1 0,0-1 0,0 0 0,1 0 0,-1-1 0,0 1 0,0-1 0,0-1 0,0 1 0,1-1 0,-1 0 0,0 0 0,0-1 0,1 0 0,-1 0 0,1 0 0,-11-6 0,3-1 0,0-1 0,1 0 0,0 0 0,0-2 0,-13-16 0,-152-206 0,21-14 0,146 231 0,-74-133 0,67 117 0,2-1 0,-17-56 0,30 83 0,0-1 0,0 1 0,1 0 0,0-1 0,0 0 0,1 1 0,0-1 0,0 1 0,0-1 0,1 1 0,1-1 0,-1 1 0,1-1 0,0 1 0,1 0 0,0 0 0,0 0 0,0 0 0,5-7 0,3-1 0,0 0 0,1 0 0,1 1 0,18-16 0,67-47 0,-16 20 0,3 4 0,2 3 0,2 5 0,141-52 0,-208 89 0,-4 3 0,-1-1 0,1-1 0,-1-1 0,27-17 0,10-16 0,-2-4 0,55-58 0,-74 70 0,191-209 0,-5 5 0,-75 98 0,37-25 0,38-22-169,35-22-509,36-24 508,1769-1372-1819,-1763 1378 1848,-38 28-423,-46 33 423,-51 35 141,26-16 724,-150 117-247,-30 21 597,-11 6-614,-13 6-169,-37 19 18,31-13-206,1 0 1,-2-2-1,1-1 1,-29 5-1,-36-3-103,79-9 0,0 0 0,-1 0 0,1-1 0,0-1 0,0 1 0,0-1 0,-12-5 0,19 6 0,0 0 0,0 0 0,1 0 0,-1 0 0,1 0 0,-1 0 0,1 0 0,-1-1 0,-1-1 0,2 2 0,1 1 0,0 0 0,0-1 0,0 1 0,0 0 0,-1-1 0,1 1 0,0 0 0,0-1 0,0 1 0,0 0 0,0-1 0,0 1 0,0 0 0,0-1 0,0 1 0,0 0 0,0-1 0,0 1 0,0 0 0,0-1 0,0 1 0,1-1 0,-1 0 0,1 1 0,-1-1 0,1 1 0,-1-1 0,1 1 0,-1-1 0,1 1 0,-1 0 0,1-1 0,0 1 0,-1-1 0,1 1 0,0 0 0,0-1 0,7 0 0,-1-1 0,1 1 0,0 0 0,0 1 0,-1-1 0,1 2 0,11 1 0,-18-2 0,65 7 0,-1 3 0,0 3 0,-1 3 0,76 30 0,-128-42 0,1 1 0,-1 1 0,0 0 0,-1 0 0,19 15 0,-28-20 0,0 0 0,-1 1 0,0-1 0,1 1 0,-1-1 0,0 1 0,1-1 0,-1 1 0,0 0 0,0 0 0,-1-1 0,1 1 0,0 0 0,0 3 0,-1-3 0,0-1 0,0 1 0,0-1 0,0 0 0,0 1 0,0-1 0,0 1 0,-1-1 0,1 1 0,-1-1 0,1 0 0,-1 1 0,0-1 0,1 0 0,-3 3 0,-2 2 0,-1 0 0,0-1 0,0 0 0,-1 1 0,-13 7 0,1-1 0,0 3 0,-27 27 0,14-11 0,-69 62-1365,-13 10-5461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2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24464,'1766'1064'0,"-1860"-1213"0,188 298 0,-270-163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4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6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4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21095,'170'1984'0,"-122"-2104"0,-96 240 0,-19-230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4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2323 0 22855,'-2322'1451'0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19794,'1741'1622'0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3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2009 24575,'0'-92'0,"8"-245"0,-3 285 0,2 0 0,2 1 0,2 0 0,26-69 0,-12 61 0,2 0 0,67-104 0,94-91 0,-130 184 0,80-77 0,-87 102 0,2 2 0,1 2 0,3 2 0,0 4 0,3 1 0,1 3 0,1 3 0,1 3 0,2 2 0,0 4 0,91-16 0,387-23 0,-437 50 0,-46 3-163,525-28-6458,-529 34 7978,0 1 0,0 4 0,0 1-1,88 25 1,94 42-1357,-195-57 0,-1 2 0,0 1 0,54 37 0,-85-49 0,-1 0 0,0 1 0,0 0 0,-1 0 0,12 17 0,240 352 0,-175-246 0,102 145-1097,78 120-4824,-245-363 4748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4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2837 4335 24575,'-229'-5'-1638,"7"-5"-5164,-64-5 4170,-917-88 4706,998 76-856,69 0-838,107 19-405,0 0 0,-35-18-1,52 21 467,0-1-1,1-1 0,0 0 1,0-1-1,0 0 0,1-1 0,-9-9 1,6 2 504,-1-1 0,2 0 1,-15-27-1,8 10-888,-2 1 1,-48-59-1,40 61-57,-35-53 0,55 71 0,1-1 0,0 0 0,2-1 0,-1 0 0,2 0 0,0 0 0,-4-20 0,4-1 0,1 0 0,1-69 0,20-72 0,1 72 0,6 1 0,63-176 0,111-189 0,-100 251 0,55-120 0,-119 270 0,2 3 0,3 0 0,3 3 0,2 1 0,3 3 0,57-55 0,420-350 0,-418 382-1900,3 5 1,3 4-1,202-94 0,-15 45 3846,-48 45 3062,4 22-3407,265 1-8210,-6 41 1226,4 14 5671,-246 0 2920,61 3 3510,0 10-5407,332 56-1800,-624-64 489,324 55 0,-3 25 0,299 134 0,-560-180 0,170 95 0,-216-105 0,85 53 0,-109-63 0,-1 1 0,38 37 0,179 222-135,-180-199-860,145 183-2680,-21 15 1696,-53-20 1697,-113-202 753,-3 2 0,24 99 0,-33-99 4078,30 115-3445,-33-138-1104,-2 1 0,-2-1 0,3 63 0,-3-32 0,4 64 0,-8 185 0,-3-305 0,0-1 0,-1 0 0,0 1 0,0-1 0,-1 0 0,-1 0 0,0 0 0,-9 17 0,8-21 0,1 0 0,-1 0 0,0-1 0,-1 1 0,1-1 0,-1 0 0,0-1 0,-1 0 0,0 0 0,0 0 0,0-1 0,-13 7 0,-9 0 0,-1-1 0,-42 8 0,17-5 0,-271 56 0,174-40 0,-209 46 0,-560 104 0,857-169 0,-397 75 0,117 1 0,-82 18 0,294-80 70,68-13-1505,25-3-5391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49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977 2569 24575,'-259'-20'0,"222"14"-108,0 0 0,0-3 0,0-1 0,1-2 0,-57-27 0,71 28-649,0-1 0,1-2 0,0 0 0,1-1 1,0-1-1,1-1 0,1-1 0,1 0 1,-23-32-1,19 16 422,0-1 1,2-1 0,-18-50 0,-28-119-1433,47 129 1556,3-1 0,-6-125 0,17 89 275,13-133-1,-1 169 809,32-146 0,-27 178 1145,1 1-1,2 1 0,1 0 1,38-64-1,-40 85-2016,0 1 0,2 0 0,0 1 0,1 1 0,1 0 0,33-23 0,137-82 0,-164 109 0,42-24 0,1 3 0,3 4 0,0 2 0,2 4 0,1 2 0,142-24 0,-21 22 0,0 9 0,209 9 0,-363 9 0,0 1 0,0 3 0,56 13 0,-72-11 0,0 1 0,-1 1 0,0 1 0,0 1 0,-1 1 0,30 22 0,35 32 0,95 92 0,-154-131 0,-2 2 0,46 61 0,-56-64 0,-1 1 0,-1 1 0,-2 0 0,16 45 0,7 46 0,10 62 0,194 871 0,-215-940 0,-16-72 0,28 141 0,-36-173 0,3 30 0,-4-36 0,0 0 0,0-1 0,-1 1 0,1 0 0,0 0 0,-1-1 0,1 1 0,-1-1 0,1 1 0,-1 0 0,0-1 0,0 1 0,1-1 0,-1 1 0,0-1 0,-3 3 0,3-3 0,-1 0 0,1 0 0,-1 0 0,1-1 0,-1 1 0,1 0 0,-1-1 0,0 1 0,1-1 0,-1 1 0,0-1 0,0 0 0,1 0 0,-1 0 0,0 0 0,-3-1 0,-30-6 0,21 3 0,-37-6 0,-2 1 0,-67-1 0,-108 9 0,131 2 0,-75-2 0,-222 4 0,278 3 0,-159 29 0,92-8 0,-41 8 0,183-24-1365,9 0-5461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22690,'24'1210'0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2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1 15641,'-968'676'0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18206,'629'121'0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0 24575,'-13'5'0,"-28"21"0,-28 27 0,-18 26 0,-8 10 0,5 0 0,14-4 0,15-12 0,14-14 0,15-13 0,9-11 0,4-10 0,5-6 0,6-6-8191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56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21602,'896'483'0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6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24575,'16'0'-9830,"31"4"3277,35 6 11616,124 21-5063,79 18-2155,29 18 2155,-6 4 0,-35-1 1900,-51-8-1900,-60-10 4410,-57-15-5436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7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2525 1 24575,'-8'4'0,"-36"30"0,-72 71 0,-98 105 0,-100 110 0,-62 75-3666,-12 20 3666,31-33 0,68-71 0,79-86-5001,75-85 5001,61-66 476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57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1 428 24575,'0'14'0,"1"0"0,1 0 0,0 1 0,6 15 0,21 56 0,-12-39 0,33 106 0,0-1 0,73 156 0,-42-142 0,473 850 0,-552-1012 0,120 177 0,-116-172 0,0-2 0,1 1 0,0-1 0,10 8 0,-13-13 0,-1 0 0,0 0 0,1-1 0,-1 1 0,1-1 0,-1 1 0,1-1 0,-1 0 0,1 0 0,0-1 0,0 1 0,0-1 0,7 0 0,95-11 0,-12 1 0,170-3 0,42-4 0,-4-24 0,-233 24 0,-1-3 0,-1-2 0,-1-4 0,-1-3 0,71-43 0,286-206 0,-158 75 0,-194 142 0,95-109 0,-111 106 0,-2-3 0,-4-2 0,40-75 0,-53 76 0,-2-1 0,44-140 0,23-237 0,-41-5 0,-53 387-1365,-3 16-5461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8:59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1047 141 24575,'-4'-1'0,"-1"1"0,1-1 0,0 0 0,-1 0 0,1 0 0,-5-2 0,-9-4 0,-80-15 0,-114-12 0,162 28 0,-374-52 0,424 58 0,-17-3 0,1 2 0,-1-1 0,-26 3 0,38 0 0,0-1 0,0 1 0,0 1 0,1-1 0,-1 1 0,0-1 0,0 2 0,1-1 0,0 0 0,-1 1 0,1 0 0,0 0 0,0 0 0,0 0 0,-6 8 0,6-6 0,0 0 0,0 1 0,0 0 0,1 0 0,0 0 0,0 0 0,1 1 0,-1-1 0,1 0 0,-1 9 0,2-4 0,0-1 0,0 1 0,1 0 0,0 0 0,4 19 0,2-1 0,2 0 0,1-1 0,21 47 0,41 69 0,-54-115 0,1 0 0,38 45 0,6-5 0,108 92 0,-117-118 0,1-3 0,107 59 0,-96-66 60,133 49 0,-157-69-357,0-2 0,0-2 0,1-2 0,73 4 0,-73-11-6529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29:02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370 321 24575,'1'-3'0,"-1"1"0,1-1 0,0 0 0,0 1 0,1-1 0,-1 1 0,0 0 0,1-1 0,-1 1 0,1 0 0,0 0 0,2-2 0,1-3 0,27-31 0,1 0 0,2 3 0,2 0 0,61-44 0,-87 72 0,0 0 0,0 1 0,0 0 0,1 1 0,0 1 0,24-7 0,-15 7 0,0 1 0,-1 1 0,33 2 0,1 0 0,139 9 0,-180-7 0,-1 1 0,-1 0 0,1 0 0,0 1 0,-1 0 0,0 1 0,0 1 0,0 0 0,0 0 0,-1 1 0,0 0 0,-1 1 0,0 0 0,0 0 0,0 1 0,-1 0 0,-1 1 0,1 0 0,-2 0 0,1 0 0,6 17 0,-4-7 0,-1 1 0,-1 1 0,-2-1 0,0 1 0,-1 0 0,-1 0 0,0 0 0,-2 1 0,-1-1 0,-1 0 0,-5 29 0,2-26 0,-1-1 0,-1 1 0,-2-1 0,0 0 0,-2-1 0,0 0 0,-2 0 0,0-1 0,-26 34 0,31-47 0,-1-1 0,1 1 0,-1-2 0,-1 1 0,1-1 0,-1-1 0,-1 1 0,1-2 0,-13 6 0,10-5 0,-2-1 0,1-1 0,-1-1 0,1 0 0,-1 0 0,-26 0 0,-171-7 0,76-1 0,-302 31 33,249-9-1431,136-13-5428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5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7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2 24575,'-170'-1'0,"-180"2"0,337 0 0,1 0 0,0 0 0,0 1 0,0 0 0,-13 5 0,22-6 0,0 0 0,0 1 0,0-1 0,0 0 0,0 1 0,0 0 0,0 0 0,1 0 0,-1 0 0,1 0 0,0 0 0,0 0 0,-1 1 0,1-1 0,1 1 0,-1 0 0,0 0 0,1-1 0,-1 1 0,1 0 0,0 0 0,0 0 0,0 1 0,0 3 0,0 3 0,2 0 0,-1-1 0,1 1 0,1 0 0,0 0 0,0-1 0,7 18 0,6 27 0,-4 23 0,1 102 0,-8-88 0,4 45 0,20 245 0,-27-370 0,0-3 0,0-1 0,0 0 0,0 1 0,3 6 0,-3-12 0,0-1 0,-1 1 0,1-1 0,0 1 0,0-1 0,0 1 0,0-1 0,0 1 0,0-1 0,0 0 0,1 0 0,-1 1 0,0-1 0,1 0 0,-1 0 0,1 0 0,-1-1 0,1 1 0,-1 0 0,1-1 0,-1 1 0,3 0 0,5 0 0,0 0 0,0 0 0,1-1 0,-1 0 0,13-3 0,48-10 0,-53 9 0,133-26 120,-111 24-863,76 0 1,-95 7-6084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0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923 1 24575,'-112'0'0,"-334"14"0,397-8 0,-196 31 0,245-37 0,-8 1 0,0 2 0,0-1 0,1 1 0,-11 5 0,17-8 0,-1 1 0,1 0 0,0 0 0,-1 0 0,1 0 0,0 0 0,0 0 0,-1 0 0,1 0 0,0 0 0,0 1 0,0-1 0,1 0 0,-1 1 0,0-1 0,0 1 0,1-1 0,-1 1 0,1-1 0,-1 1 0,1-1 0,0 1 0,0-1 0,0 1 0,-1 0 0,1-1 0,1 1 0,-1 2 0,18 68 0,1 8 0,-10-12 0,0 74 0,-10 68 0,0-3 0,1-198 0,1 7 0,3 27 0,-4-39 0,1 0 0,0 0 0,0-1 0,1 1 0,-1 0 0,1 0 0,-1-1 0,1 1 0,0-1 0,0 0 0,1 1 0,2 2 0,-3-5 0,0 1 0,-1-1 0,1 0 0,0 0 0,0 0 0,0 0 0,0 0 0,0-1 0,0 1 0,0-1 0,0 1 0,0-1 0,0 0 0,1 1 0,-1-1 0,0 0 0,0 0 0,0-1 0,4 0 0,4-1 0,0-1 0,18-7 0,-12 4 0,38-10 0,1 1 0,101-11 0,-126 21-1365,-4-1-5461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1126 0 24575,'-261'0'0,"249"1"0,0 0 0,0 1 0,1 0 0,-1 0 0,1 2 0,-20 6 0,-65 38 0,50-24 0,-466 233 0,497-250 0,2-1 0,0 1 0,0 0 0,0 1 0,-17 15 0,29-22 0,0 0 0,0 0 0,0 0 0,0 0 0,0 0 0,0 1 0,0-1 0,1 0 0,-1 1 0,0-1 0,1 0 0,-1 1 0,1-1 0,-1 1 0,1-1 0,0 1 0,0-1 0,0 1 0,-1-1 0,1 1 0,1 0 0,-1-1 0,0 1 0,0-1 0,1 1 0,-1-1 0,1 3 0,2 2 0,0 0 0,1-1 0,0 1 0,-1-1 0,7 7 0,3 3 0,10 19 0,-2 1 0,-1 1 0,-2 0 0,19 54 0,40 159 0,-60-185 0,23 97 0,-34-137 0,-5-19 0,0 0 0,1 1 0,-1-1 0,6 12 0,-7-16 0,1 1 0,0-1 0,0 0 0,0 1 0,0-1 0,0 0 0,1 1 0,-1-1 0,0 0 0,1 0 0,-1 0 0,0 0 0,1 0 0,-1-1 0,1 1 0,0 0 0,-1-1 0,3 2 0,6-1 0,0 0 0,0 0 0,0-1 0,14-1 0,-6 0 0,424-7 0,-124 3 0,-165-1 51,74-1-1467,-155 9-5410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1017 289 23989,'-1016'-289'0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0:14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823 348 24575,'2'17'-4418,"7"5"5028,-7-18-366,0 0 0,0 0 0,-1 0 1,1 1-1,0 6 0,-1-10-213,-1 1 1,0-1-1,0 1 0,0 0 0,-1-1 1,1 1-1,0-1 0,-1 1 0,1-1 1,0 1-1,-1-1 0,0 1 1,0 1-1,-17 20 325,-21 20 205,-3-2-1,-73 56 1,-107 56-694,204-142 133,-73 42 0,80-48 0,1 0 0,-1-1 0,0-1 0,0 0 0,-1 0 0,-20 2 0,27-5 0,1 0 0,-1-1 0,1 1 0,0-1 0,-1 0 0,1 0 0,0 0 0,-1 0 0,1-1 0,0 0 0,0 0 0,0 0 0,1 0 0,-1 0 0,0-1 0,1 0 0,-1 0 0,1 0 0,0 0 0,0 0 0,0-1 0,1 1 0,-3-5 0,-5-9 0,1 0 0,1 0 0,1 0 0,-6-20 0,10 26 0,-40-131 0,39 123 0,1-1 0,0 0 0,2 1 0,0-1 0,3-31 0,3 15 0,2 0 0,1 1 0,2 0 0,1 0 0,2 1 0,24-45 0,-31 66 0,2 1 0,0 0 0,0 1 0,1 0 0,0 0 0,1 1 0,0 0 0,16-11 0,-20 17 0,-1 0 0,1 0 0,0 1 0,0 0 0,1 1 0,-1-1 0,0 1 0,1 0 0,0 1 0,-1-1 0,1 1 0,0 1 0,-1-1 0,1 1 0,0 1 0,0-1 0,-1 1 0,1 0 0,9 3 0,-12-3 0,0 1 0,-1-1 0,1 1 0,-1 0 0,1 0 0,-1 0 0,0 1 0,0-1 0,0 1 0,0-1 0,0 1 0,-1 0 0,1 0 0,-1 1 0,0-1 0,0 0 0,0 1 0,0-1 0,-1 1 0,1 0 0,-1-1 0,0 1 0,1 8 0,1 6 0,-2 0 0,0 0 0,-2 36 0,-1-32 0,0 38-1365,1-36-5461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977 2569 24575,'-259'-20'0,"222"14"-108,0 0 0,0-3 0,0-1 0,1-2 0,-57-27 0,71 28-649,0-1 0,1-2 0,0 0 0,1-1 1,0-1-1,1-1 0,1-1 0,1 0 1,-23-32-1,19 16 422,0-1 1,2-1 0,-18-50 0,-28-119-1433,47 129 1556,3-1 0,-6-125 0,17 89 275,13-133-1,-1 169 809,32-146 0,-27 178 1145,1 1-1,2 1 0,1 0 1,38-64-1,-40 85-2016,0 1 0,2 0 0,0 1 0,1 1 0,1 0 0,33-23 0,137-82 0,-164 109 0,42-24 0,1 3 0,3 4 0,0 2 0,2 4 0,1 2 0,142-24 0,-21 22 0,0 9 0,209 9 0,-363 9 0,0 1 0,0 3 0,56 13 0,-72-11 0,0 1 0,-1 1 0,0 1 0,0 1 0,-1 1 0,30 22 0,35 32 0,95 92 0,-154-131 0,-2 2 0,46 61 0,-56-64 0,-1 1 0,-1 1 0,-2 0 0,16 45 0,7 46 0,10 62 0,194 871 0,-215-940 0,-16-72 0,28 141 0,-36-173 0,3 30 0,-4-36 0,0 0 0,0-1 0,-1 1 0,1 0 0,0 0 0,-1-1 0,1 1 0,-1-1 0,1 1 0,-1 0 0,0-1 0,0 1 0,1-1 0,-1 1 0,0-1 0,-3 3 0,3-3 0,-1 0 0,1 0 0,-1 0 0,1-1 0,-1 1 0,1 0 0,-1-1 0,0 1 0,1-1 0,-1 1 0,0-1 0,0 0 0,1 0 0,-1 0 0,0 0 0,-3-1 0,-30-6 0,21 3 0,-37-6 0,-2 1 0,-67-1 0,-108 9 0,131 2 0,-75-2 0,-222 4 0,278 3 0,-159 29 0,92-8 0,-41 8 0,183-24-1365,9 0-5461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22690,'24'1210'0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1 15641,'-968'676'0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18206,'629'121'0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0 24575,'-13'5'0,"-28"21"0,-28 27 0,-18 26 0,-8 10 0,5 0 0,14-4 0,15-12 0,14-14 0,15-13 0,9-11 0,4-10 0,5-6 0,6-6-8191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4:28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21602,'896'483'0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4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5:56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32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1682 0 24575,'-4'0'0,"-22"0"0,-64 0 0,-63 13 0,-24 7-3276,-9 14-1,4 21 3046,-20 42 231,-6 42 0,29 13 0,45-14 0,45-27 0,38-32-1407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34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22938,'49'1790'0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39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1 267 24049,'2274'-267'0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37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1 119 24575,'757'-36'0,"-391"12"0,-180 17 0,129-10 0,-199-3 0,-56 8 0,-51 11 0,0 0 0,0 0 0,0 1 0,0 0 0,0 1 0,0 0 0,-1 1 0,1 0 0,0 0 0,-1 0 0,1 1 0,-1 1 0,0-1 0,13 9 0,261 176 0,-272-181 0,0 0 0,-1 1 0,0 0 0,13 15 0,-19-19 0,0 1 0,-1-1 0,1 1 0,-1 0 0,0-1 0,0 1 0,0 0 0,-1 0 0,1 0 0,-1 0 0,-1 0 0,1 1 0,0 6 0,-7 197 0,1-29 0,5-40 0,6 0 0,28 160 0,-18-180 0,-4 1 0,-6 157 0,-6-258 0,2 1 0,7 33 0,2 22 0,1 12-192,-8-65-981,0 3-5653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7:29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1434 1908 24575,'-233'0'-6702,"-112"0"10125,69 0-144,253 0-3279,-16 1 0,-55-8 0,82 6 0,0-2 0,0 1 0,1-2 0,-1 1 0,1-2 0,0 1 0,0-2 0,-19-11 0,2-3 0,0-2 0,2-1 0,0-1 0,-23-28 0,34 33 0,0 0 0,2-1 0,0 0 0,1-1 0,1-1 0,-14-40 0,15 27 0,1-1 0,2 0 0,-3-41 0,6 19 0,5-74 0,2 100 0,2-1 0,1 1 0,1 0 0,2 0 0,2 1 0,0 0 0,29-52 0,131-188 0,-161 257 0,2-4 0,87-119 0,-73 106 0,1 0 0,35-30 0,-21 25 0,2 2 0,2 3 0,1 1 0,1 2 0,1 2 0,1 3 0,2 1 0,94-26 0,-126 44 0,0 1 0,0 1 0,0 0 0,0 2 0,21 1 0,97 17 0,-94-11 0,-42-7 0,439 74 0,-7 29 0,-433-103 0,171 58 0,-151-50 0,0 1 0,-1 1 0,0 1 0,0 1 0,-2 0 0,18 16 0,-28-20 0,1-1 0,-1 2 0,-1-1 0,0 1 0,0 0 0,-1 0 0,0 1 0,5 14 0,1 8 0,9 44 0,-6-18 0,-2-16 0,-3 1 0,-1 0 0,-2 1 0,0 72 0,-6-87 0,-2-1 0,-8 51 0,6-65 0,0 0 0,0 0 0,-2 0 0,0 0 0,0-1 0,-1 1 0,-11 14 0,-5 2 0,-1-2 0,-1 0 0,-1-1 0,-57 43 0,-134 78 0,-102 49 0,-71 45 0,345-215 0,28-18 0,-23 17 0,39-25 0,0 0 0,0 0 0,0-1 0,0 1 0,0 0 0,0 0 0,0 0 0,0 0 0,0 1 0,1-1 0,-1 0 0,1 0 0,-1 0 0,1 0 0,-1 1 0,1-1 0,-1 0 0,1 1 0,0-1 0,0 0 0,0 2 0,0 1 0,1 0 0,0 0 0,0 0 0,0 0 0,3 7 0,2 5 0,3 18 0,-2 1 0,-1 0 0,1 41 0,-1-16 0,18 207 0,13 109 0,-35-363 0,-1-1 0,1-1 0,0 1 0,0-1 0,1 1 0,7 16 0,-4-22 0,-2-9 0,0-10 0,-1-5 0,-1 0 0,0 0 0,-3-36 0,-12-55 0,6 64 0,0-51 0,6 55 0,-2 0 0,-13-62 0,16 102 0,-7-24 0,7 25 0,0-1 0,-1 1 0,1-1 0,0 1 0,0-1 0,0 1 0,0 0 0,0-1 0,-1 1 0,1-1 0,0 1 0,0 0 0,0-1 0,-1 1 0,1 0 0,0-1 0,-1 1 0,1 0 0,0 0 0,-1-1 0,1 1 0,0 0 0,-1 0 0,1 0 0,-1-1 0,1 1 0,0 0 0,-1 0 0,1 0 0,-1 0 0,1 0 0,0 0 0,-1 0 0,1 0 0,-1 0 0,1 0 0,-1 0 0,1 0 0,0 0 0,-1 0 0,1 0 0,-1 0 0,1 1 0,0-1 0,-1 0 0,1 0 0,-1 0 0,1 1 0,-1-1 0,-4 6 0,1 0 0,0 0 0,0 1 0,0-1 0,1 1 0,0 0 0,0 0 0,-3 11 0,-5 11 0,6-18 0,-1 0 0,0 0 0,0-1 0,-1 0 0,-13 14 0,-47 38 0,53-49 0,-7 8 0,-37 46 0,37-40 0,-26 24 0,13-18 0,-74 66 0,106-98 0,0 0 0,0 1 0,0-1 0,0 0 0,0 0 0,0 0 0,0 0 0,0 0 0,0-1 0,0 1 0,0-1 0,-1 1 0,-2-1 0,4 0 0,1 0 0,-1 0 0,1 0 0,-1 0 0,1 0 0,-1 0 0,1-1 0,-1 1 0,1 0 0,-1 0 0,1-1 0,0 1 0,-1 0 0,1-1 0,-1 1 0,1 0 0,0-1 0,-1 1 0,1 0 0,0-1 0,-1 1 0,1-1 0,-1-1 0,1 1 0,0-1 0,-1 1 0,1-1 0,0 1 0,0-1 0,0 1 0,0-1 0,0 1 0,0-1 0,1-1 0,1-8 0,1 0 0,0 1 0,1-1 0,0 1 0,1 0 0,0 0 0,1 1 0,0-1 0,0 1 0,1 0 0,12-11 0,3-2 0,2 0 0,47-33 0,3 6 0,147-75 0,-206 117 0,1 0 0,0 1 0,23-5 0,-33 9 0,-1 1 0,1 1 0,0-1 0,0 1 0,-1 0 0,1 0 0,0 1 0,0 0 0,-1 0 0,1 0 0,0 0 0,-1 1 0,9 4 0,53 34 0,-15-8 0,158 74 0,33 19 0,-237-122 0,-1 1 0,1 0 0,-1 0 0,0 0 0,5 6 0,-9-9 0,0-1 0,-1 1 0,1 0 0,0 0 0,-1-1 0,1 1 0,-1 0 0,1 0 0,-1 0 0,0-1 0,1 1 0,-1 0 0,0 0 0,1 0 0,-1 0 0,0 0 0,0 0 0,0 0 0,0 0 0,0 0 0,0 0 0,0 0 0,0 0 0,0-1 0,-1 1 0,1 0 0,0 0 0,-1 0 0,1 0 0,0 0 0,-1 0 0,1-1 0,-1 1 0,1 0 0,-1 0 0,0-1 0,1 1 0,-1 0 0,0-1 0,1 1 0,-1-1 0,0 1 0,0-1 0,-1 2 0,-9 3 0,-1 1 0,1-1 0,-1-1 0,0 0 0,-19 4 0,-6 1 0,-24 9 0,1 2 0,-89 45 0,124-52 0,0 2 0,1 1 0,0 0 0,1 2 0,1 1 0,1 0 0,0 2 0,-18 25 0,-157 196 0,91-109 0,102-130 0,-12 17 0,15-20 0,0 0 0,0 0 0,0 1 0,0-1 0,0 0 0,-1 0 0,1 1 0,0-1 0,0 0 0,0 0 0,-1 0 0,1 1 0,0-1 0,0 0 0,-1 0 0,1 0 0,0 0 0,0 0 0,-1 0 0,1 0 0,0 1 0,-1-1 0,1 0 0,0 0 0,0 0 0,-1 0 0,1 0 0,0 0 0,-1 0 0,1 0 0,0 0 0,0-1 0,-1 1 0,1 0 0,0 0 0,0 0 0,-1 0 0,1 0 0,0 0 0,0 0 0,-1-1 0,1 1 0,0 0 0,0 0 0,0 0 0,-1-1 0,1 1 0,0 0 0,0 0 0,0-1 0,0 1 0,-1 0 0,1 0 0,0-1 0,0 1 0,0 0 0,0 0 0,0-1 0,0 1 0,0 0 0,0-1 0,0 1 0,0 0 0,-1-7 0,0 0 0,1 0 0,0 0 0,0 0 0,1 0 0,0 0 0,0 0 0,1 0 0,0 0 0,0 1 0,0-1 0,4-6 0,2-3 0,0 1 0,1 0 0,20-25 0,-12 20 0,1 1 0,1 0 0,0 2 0,1 0 0,2 1 0,-1 1 0,2 2 0,-1 0 0,2 1 0,0 1 0,0 1 0,47-12 0,-53 20 0,0 0 0,0 0 0,0 2 0,0 0 0,0 2 0,0 0 0,0 0 0,0 2 0,-1 0 0,1 1 0,16 8 0,20 10 0,-2 3 0,52 33 0,127 93 0,-199-127 0,-2 1 0,0 1 0,-2 2 0,46 59 0,12 43-1365,-67-103-5461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8:26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24449,'7038'3895'0,"-7138"-4040"0,200 290 0,-276-152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8:34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6108 24575,'1'-2'0,"-1"-1"0,1 1 0,0 0 0,0-1 0,0 1 0,0 0 0,0 0 0,0 0 0,0-1 0,1 1 0,-1 0 0,1 1 0,0-1 0,-1 0 0,5-3 0,2-3 0,274-250 0,-197 185 0,75-70 0,177-207 0,-74 34 0,179-196 0,-209 289 0,-160 163 0,110-73 0,-156 116 0,2 1 0,51-21 0,-65 32 0,0 0 0,0 1 0,1 0 0,-1 1 0,1 1 0,-1 0 0,27 2 0,-34 0 0,-7 1 0,0-1 0,0 0 0,0 1 0,0-1 0,0 0 0,0 0 0,0 0 0,0 0 0,1 0 0,-1 0 0,0-1 0,0 1 0,0 0 0,0 0 0,0-1 0,0 1 0,0-1 0,0 1 0,0-1 0,0 1 0,0-1 0,0 0 0,-1 1 0,1-1 0,0 0 0,0 0 0,-1 0 0,1 1 0,0-1 0,-1 0 0,1 0 0,-1 0 0,1 0 0,-1 0 0,1 0 0,-1-2 0,19-61 0,13-59 0,17-50 0,27-53-563,143-297-1,151-201-5093,-168 327 5739,-124 224 3113,-34 67-557,133-308-1769,-153 367-821,1 2 0,2 1 0,2 1 0,2 1 0,55-56 0,201-166-3612,-148 150 171,79-43 3278,-185 136 107,2 1 0,46-20 0,-60 31 1658,24-5 1,-32 13 1201,-13 1-2826,0 1 0,0-1 1,0 0-1,0 0 1,0 0-1,0 1 1,0-1-1,0 0 0,0 0 1,0 0-1,0 1 1,-1-1-1,1 0 0,0 0 1,0 0-1,0 1 1,0-1-1,0 0 1,0 0-1,0 0 0,0 1 1,-1-1-1,1 0 1,0 0-1,0 0 0,0 0 1,0 0-1,-1 1 1,1-1-1,0 0 1,-21 16-368,18-14 518,-53 46-177,3-3 0,31-24 61,20-17-239,-1-1 0,0 0-1,-1 0 1,1 0 0,0 0 0,-1-1-1,-5 4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8:36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0 363 24093,'1233'-362'0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42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1 133 24575,'25'-2'0,"0"0"0,48-11 0,-34 5 0,45-11 0,160-59 0,-239 76 0,0 0 0,1 0 0,-1 1 0,1 0 0,10-1 0,-15 2 0,0 0 0,0 0 0,0 0 0,0 0 0,0 0 0,-1 0 0,1 0 0,0 1 0,0-1 0,0 0 0,0 1 0,0-1 0,-1 0 0,1 1 0,0-1 0,0 1 0,0-1 0,-1 1 0,1-1 0,0 1 0,-1 0 0,1-1 0,-1 1 0,1 0 0,-1 0 0,1-1 0,-1 1 0,1 0 0,-1 0 0,0 0 0,1 0 0,-1 0 0,0-1 0,0 1 0,0 0 0,1 0 0,-1 0 0,0 0 0,0 0 0,0 0 0,-1 0 0,1 0 0,0 0 0,0-1 0,-1 2 0,1 1 0,-1 0 0,0 0 0,0 0 0,-1 0 0,1 0 0,0 0 0,-1-1 0,0 1 0,1 0 0,-1-1 0,0 0 0,0 1 0,-1-1 0,1 0 0,0 0 0,-5 3 0,-6 3 0,1-1 0,-20 8 0,3-1 0,16-8 0,-21 8 0,22-10 0,0 1 0,-13 7 0,23-11 0,0 1 0,-1 0 0,1-1 0,0 1 0,0 0 0,0 0 0,0 0 0,0 0 0,1 1 0,-1-1 0,1 0 0,-1 1 0,1-1 0,0 1 0,0-1 0,0 1 0,0 0 0,0 0 0,1-1 0,-1 1 0,1 0 0,0 0 0,0 3 0,1 6 0,0 0 0,1 0 0,0-1 0,5 16 0,1 5 0,5 40 0,-3 0 0,0 127 0,-10-193 0,0 0 0,0 0 0,-1 0 0,-2 9 0,2-13 0,1 0 0,-1 0 0,0-1 0,0 1 0,0-1 0,0 1 0,0-1 0,0 1 0,0-1 0,0 1 0,0-1 0,-1 0 0,1 0 0,0 1 0,-1-1 0,1 0 0,-1 0 0,0-1 0,-2 2 0,-2 0 0,1 0 0,0-1 0,-10 1 0,32-5 0,-1 0 0,30-10 0,29-14 0,109-42 0,-163 60-107,63-29-1151,-59 23-5568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4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24575,'-1'77'0,"3"93"0,-2-170 0,0 7 0,0-1 0,0 0 0,1 1 0,0-1 0,1 0 0,3 12 0,-5-18 0,0 0 0,0 0 0,0 0 0,0 1 0,0-1 0,0 0 0,0 0 0,1 0 0,-1 0 0,0 1 0,0-1 0,0 0 0,0 0 0,0 0 0,1 0 0,-1 0 0,0 0 0,0 1 0,0-1 0,0 0 0,1 0 0,-1 0 0,0 0 0,0 0 0,0 0 0,1 0 0,-1 0 0,0 0 0,0 0 0,0 0 0,0 0 0,1 0 0,-1 0 0,0 0 0,0 0 0,1 0 0,5-6 0,4-13 0,-9 17 0,4-10 0,0 1 0,1-1 0,0 1 0,1 0 0,0 1 0,1 0 0,0 0 0,1 0 0,9-8 0,12-5 0,1 1 0,58-31 0,76-25 0,-115 55 0,-32 15 0,63-27 0,-67 30 0,-1 0 0,1 2 0,0-1 0,14 0 0,-27 4 0,1-1 0,0 1 0,0 0 0,-1 0 0,1 0 0,0 0 0,0 1 0,-1-1 0,1 0 0,0 1 0,0-1 0,-1 1 0,1 0 0,-1-1 0,1 1 0,0 0 0,-1 0 0,1 0 0,-1 0 0,0 0 0,1 0 0,-1 0 0,0 1 0,0-1 0,0 0 0,0 1 0,0-1 0,0 1 0,0-1 0,0 1 0,-1 0 0,1-1 0,0 1 0,-1 0 0,1 1 0,0 9 0,1-1 0,-2 0 0,0 0 0,0 0 0,-2 13 0,-11 79 0,-98 531 0,103-594 0,-49 206 0,54-236 0,-1 0 0,0 0 0,0 0 0,-8 12 0,10-19 0,0-1 0,0 1 0,0-1 0,0 1 0,0-1 0,0 0 0,-1 0 0,-2 2 0,3-3 0,1 0 0,0-1 0,-1 1 0,1 0 0,-1-1 0,1 0 0,-1 1 0,1-1 0,0 0 0,-1 0 0,1 0 0,-1 1 0,0-2 0,1 1 0,-1 0 0,1 0 0,-3-1 0,3 0 0,-1 1 0,1-1 0,0 0 0,-1 0 0,1 0 0,0 0 0,0 0 0,0 0 0,0 0 0,0 0 0,0-1 0,0 1 0,0 0 0,0 0 0,0-1 0,1 1 0,-1-1 0,1 1 0,-1-1 0,1 1 0,-1-1 0,1 1 0,0-1 0,0 1 0,0-3 0,-1-6 0,1 0 0,2-19 0,-1 21 0,1-6-341,-2-1 0,0 1-1,-2-22 1,-1 18-6485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6:46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24575,'15'1'0,"0"1"0,0 0 0,-1 1 0,24 8 0,-3-2 0,55 12 0,-42-11 0,0 2 0,88 35 0,-86-21 0,-1 2 0,59 46 0,-16-11 0,-43-30-682,46 39-1,-72-52-6143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8:3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10967 1 24575,'-13'0'0,"0"1"0,0 0 0,1 1 0,-1 0 0,0 1 0,1 1 0,-13 5 0,21-8 0,-161 61 0,-99 58 0,164-70 0,2 4 0,-108 80 0,-469 409 0,-125 187-584,17 39-2108,124-86-585,158-137 525,159-153 2015,132-138 293,130-151 313,2-5 157,69-91 144,9-8-158,0 0 0,0 0 0,0 0 0,0 0 0,0 0 1,0 0-1,-1 0 0,1 0 0,0 0 0,0 0 0,0 0 0,0 0 0,0 0 0,0 0 0,-1 0 0,1 0 0,0 0 0,0 0 0,0 0 0,0-1 0,0 1 1,0 0-1,0 0 0,-1 0 0,1 0 0,0 0 0,0 0 0,0 0 0,0 0 0,0-1 0,0 1 0,0 0 0,0 0 0,0 0 0,0 0 0,0 0 0,0 0 0,0-1 1,0-16 1583,0 12-832,0-1-409,0 1 0,0-1 1,-1 1-1,0 0 1,0-1-1,0 1 1,0 0-1,-1 0 1,0 0-1,0 0 0,0 0 1,-1 0-1,-5-7 1,4 7-155,-1 1-1,1-1 1,-1 1 0,0 0 0,0 0-1,0 0 1,-1 1 0,1 0 0,-1 0-1,0 0 1,-11-3 0,-5-1-145,-1 2 0,0 0 0,-37-2 1,-76 4-94,76 3 54,-85-5-17,0-7 0,-159-34 0,138 9 0,-247-88 0,-168-119 0,16-39 0,429 212 0,-436-223 0,-17 36 0,326 163 0,-276-116 0,113-17-155,273 142-2966,33 27-145,70 38 3147,0 4 0,-1 1 0,-91-16 0,98 26-1054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9:04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3048 3801 23074,'-2'149'0,"-1"0"0,-3-1 0,-2 0 0,-3-1 0,-2-1 0,-2-2 0,-2-1 0,-3-2 0,-1-2 0,-3-2 0,-3-3 0,-1-2 0,-2-3 0,-2-4 0,-3-2 0,-1-4 0,-2-4 0,-1-3 0,-3-5 0,-1-3 0,-2-5 0,-1-4 0,-2-5 0,-1-5 0,-1-5 0,-2-4 0,0-6 0,-2-5 0,-1-5 0,-1-5 0,0-7 0,-2-4 0,0-7 0,0-5 0,-1-5 0,0-7 0,-1-5 0,1-6 0,-1-6 0,0-6 0,0-6 0,1-6 0,-1-5 0,1-7 0,1-5 0,0-5 0,1-7 0,0-4 0,2-7 0,0-5 0,1-5 0,1-5 0,2-6 0,0-4 0,2-5 0,1-5 0,2-5 0,1-4 0,2-5 0,2-3 0,1-5 0,2-3 0,2-4 0,2-4 0,2-2 0,1-4 0,3-3 0,2-2 0,2-3 0,2-2 0,3-2 0,1-2 0,3-1 0,2-2 0,3-1 0,2-1 0,2 0 0,2-1 0,3 0 0,2 0 0,3 0 0,2 0 0,2 1 0,2 1 0,3 1 0,2 2 0,3 1 0,1 2 0,3 2 0,2 3 0,2 1 0,2 4 0,3 2 0,1 3 0,2 4 0,2 3 0,2 3 0,2 5 0,1 3 0,2 5 0,2 4 0,1 4 0,2 5 0,1 5 0,2 4 0,0 6 0,2 4 0,1 6 0,1 5 0,0 6 0,2 5 0,0 6 0,1 5 0,0 6 0,1 6 0,1 5 0,-1 7 0,1 5 0,0 6 0,0 6 0,-1 6 0,1 5 0,-1 7 0,0 5 0,-1 6 0,0 6 0,0 5 0,-2 6 0,0 5 0,-1 6 0,-1 5 0,-2 6 0,0 4 0,-2 6 0,-1 4 0,-1 5 0,-2 5 0,-1 4 0,-2 4 0,-1 5 0,-3 3 0,-1 5 0,-2 3 0,-1 3 0,-3 4 0,-2 3 0,-2 2 0,-1 4 0,-3 1 0,-3 3 0,-1 2 0,-3 2 0,-2 1 0,-2 2 0,-2 1 0,-3 1 0,-2 1 0,-3 0 0,-1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9:14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23824,'0'992'0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9:17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0:46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02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3094 1548 24473,'-1'60'0,"-3"1"0,-2-1 0,-2 1 0,-3-2 0,-2 1 0,-2-2 0,-3 1 0,-2-2 0,-2 0 0,-2-2 0,-3 0 0,-1-2 0,-3 0 0,-2-2 0,-1-1 0,-3-2 0,-2-1 0,-1-1 0,-2-3 0,-2-1 0,-1-1 0,-2-3 0,-2-1 0,-1-2 0,-1-2 0,-1-3 0,-2-1 0,0-3 0,-2-1 0,-1-3 0,0-2 0,-1-3 0,-1-1 0,0-3 0,-1-3 0,0-1 0,-1-3 0,1-3 0,-1-1 0,0-4 0,1-1 0,-1-3 0,1-3 0,0-1 0,1-3 0,0-3 0,1-1 0,1-3 0,0-2 0,1-3 0,2-1 0,0-3 0,2-1 0,1-3 0,1-2 0,1-2 0,2-1 0,2-3 0,1-1 0,2-1 0,2-3 0,1-1 0,2-1 0,3-2 0,1-1 0,2-2 0,3 0 0,1-2 0,3 0 0,2-2 0,2 0 0,2-2 0,3 1 0,2-2 0,2 1 0,3-2 0,2 1 0,2-1 0,3 1 0,2-1 0,3 0 0,2 1 0,2-1 0,3 2 0,2-1 0,2 2 0,3-1 0,2 2 0,2 0 0,2 2 0,3 0 0,1 2 0,3 0 0,2 2 0,1 1 0,3 2 0,2 1 0,1 1 0,2 3 0,2 1 0,1 1 0,2 3 0,2 1 0,1 2 0,1 2 0,1 3 0,2 1 0,0 3 0,2 1 0,1 3 0,0 2 0,1 3 0,1 1 0,0 3 0,1 3 0,0 1 0,1 3 0,-1 3 0,1 2 0,0 2 0,-1 2 0,1 3 0,-1 3 0,0 1 0,-1 3 0,0 3 0,-1 1 0,-1 3 0,0 2 0,-1 3 0,-2 1 0,0 3 0,-2 1 0,-1 3 0,-1 2 0,-1 2 0,-2 1 0,-2 3 0,-1 1 0,-2 1 0,-2 3 0,-1 1 0,-2 1 0,-3 2 0,-1 1 0,-2 2 0,-3 0 0,-1 2 0,-3 0 0,-2 2 0,-2 0 0,-2 2 0,-3-1 0,-2 2 0,-2-1 0,-3 2 0,-2-1 0,-2 1 0,-3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05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944 0 23944,'-943'218'0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8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19952,'750'-25'0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20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302 424 22617,'0'1'0,"0"0"0,0 0 0,0 2 0,0-1 0,1 2 0,0 0 0,0 0 0,0 1 0,1 1 0,0-1 0,1 2 0,0-1 0,0 1 0,2 0 0,-1 0 0,2 1 0,-1-1 0,2 0 0,0 0 0,0 0 0,1 0 0,1 0 0,0-1 0,0-1 0,1 0 0,0 0 0,0-1 0,1 0 0,-1-2 0,1 0 0,0-1 0,0 0 0,-1-2 0,1 0 0,-1-1 0,1-1 0,-2-1 0,1-1 0,-1 0 0,-1-2 0,0 0 0,-1-1 0,0-1 0,-1-1 0,-1 0 0,-1-2 0,0 0 0,-2 0 0,0-1 0,-1-1 0,0 0 0,-2 0 0,-1-1 0,0 0 0,-1 0 0,-1-1 0,0 0 0,-2 1 0,0-1 0,0 0 0,-1 1 0,-1 0 0,0-1 0,0 2 0,-1-1 0,0 1 0,-1 0 0,1 0 0,-1 1 0,1 1 0,-1 0 0,1 0 0,-1 1 0,1 1 0,0 0 0,1 1 0,-1 0 0,2 1 0,-1 0 0,1 1 0,1 1 0,0 0 0,0 0 0,1 1 0,1 0 0,0 1 0,0 1 0,1-1 0,1 1 0,0 1 0,0 0 0,1 0 0,0 0 0,0 1 0,1 0 0,0 0 0,-1 0 0,1 2 0,0 0 0,-1 0 0,0 0 0,0 0 0,-1 1 0,0-1 0,-1 1 0,0 1 0,0-1 0,-2 1 0,1 0 0,-2 1 0,0 0 0,0 0 0,-2 0 0,1 1 0,-2 1 0,0 0 0,0 0 0,-1 1 0,0 0 0,-1 0 0,0 2 0,-1-1 0,0 1 0,0 1 0,0 0 0,0 1 0,0 0 0,0 0 0,0 1 0,0 0 0,0 1 0,1 0 0,0 0 0,1 1 0,0 0 0,1 0 0,0 0 0,1 0 0,1 0 0,1 1 0,0-1 0,2 0 0,0 0 0,1 0 0,1-1 0,1 0 0,1 0 0,1-1 0,1 0 0,0 0 0,2-1 0,0-1 0,2-1 0,0 0 0,0-1 0,2 0 0,0-1 0,1-2 0,0 1 0,0-2 0,2 0 0,-1-2 0,1 0 0,-1-1 0,1 0 0,0-1 0,0-1 0,0-1 0,0 0 0,0-1 0,-1-1 0,0 0 0,0 0 0,-1-1 0,0 0 0,-1-1 0,0 1 0,-1-1 0,0 0 0,-1 0 0,0 0 0,-1 0 0,0 0 0,-1 1 0,-1 0 0,0 0 0,-1 0 0,0 1 0,0 0 0,-1 1 0,0 0 0,0 1 0,-1 1 0,0 0 0,0 0 0,0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21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24143,'1766'703'0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08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1621 2281 24575,'-692'9'0,"582"-4"0,-219-1 0,284-7 0,-1-1 0,0-3 0,1-1 0,0-3 0,-44-16 0,80 24 0,0-1 0,1 0 0,-1-1 0,1 0 0,0 0 0,1 0 0,-1-1 0,1 0 0,0-1 0,0 0 0,-7-10 0,6 6 0,1-1 0,1 0 0,0 0 0,0 0 0,1-1 0,1 0 0,-4-17 0,0-8 0,2 0 0,1-1 0,3 0 0,1 0 0,7-71 0,4 39 0,3 0 0,27-86 0,-11 73 0,3 0 0,4 3 0,4 0 0,3 3 0,3 2 0,80-101 0,-82 125 0,2 2 0,2 2 0,2 3 0,2 1 0,82-52 0,-33 34 0,2 6 0,139-56 0,-126 66-213,2 5 0,1 6 0,2 4 0,1 6 0,196-14 0,-221 35-848,1 4-1,176 23 1,-192-9 480,-1 4 1,0 3 0,129 52-1,-131-38-851,113 69 0,-65-18 1084,-14 12 3350,-98-84-2951,-2 2-1,0-1 0,0 2 1,-2-1-1,0 2 1,-1-1-1,0 2 1,-2-1-1,0 1 0,-1 0 1,-1 1-1,-1 0 1,-1 0-1,4 36 0,-5-14 2843,-2 71-1,-2-98-2841,-1 0-1,0 0 0,-1-1 1,-1 1-1,0-1 0,-1 0 1,-1 0-1,-9 18 0,5-15-50,-2-1 0,0 0 0,0 0 0,-2-2 0,-23 22 0,-87 56 0,-232 130 0,-16-19 0,-619 286 0,754-374 0,229-111 0,0 0 0,-1 0 0,0-1 0,0 0 0,1-1 0,-18 3 0,9-2 0,1 1 0,0 1 0,0 1 0,-29 14 0,40-18 0,-273 143 120,9 19-1605,151-88-5341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16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23404,'496'497'0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25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22786,'3991'1765'0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12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1144 1 24575,'1'11'0,"0"0"0,0 0 0,5 16 0,0 5 0,82 566 0,-86-584 0,16 144 0,-15-117 0,-4 73 0,2-134 0,-3-23 0,1 3 0,2 10 0,-1 12 0,0 1 0,0-1 0,-4-19 0,3 33 0,0 0 0,0 0 0,0 0 0,-1 0 0,1 0 0,-1 0 0,0 0 0,0 0 0,0 0 0,-1 1 0,1-1 0,-1 1 0,0 0 0,0 0 0,0 0 0,0 0 0,-7-4 0,5 4 0,0 0 0,0 0 0,1 0 0,0-1 0,-1 0 0,1 0 0,-6-8 0,9 11 0,0-1 0,0 1 0,0 0 0,-1-1 0,1 1 0,0 0 0,0 0 0,-1 0 0,1 0 0,-1 1 0,1-1 0,-1 0 0,1 0 0,-1 1 0,1-1 0,-1 1 0,0 0 0,1-1 0,-1 1 0,0 0 0,1 0 0,-1 0 0,0 0 0,1 0 0,-1 0 0,-2 1 0,-3 1 0,1 0 0,-1 1 0,0 0 0,-12 7 0,14-7 0,-64 39 0,-91 72 0,-53 64 0,211-176 0,-473 430 0,447-406 0,-44 39 0,66-60 0,1-1 0,-1 1 0,-1-1 0,1 0 0,-9 3 0,15-6 0,-1-1 0,1 0 0,-1 1 0,1-1 0,-1 0 0,1 0 0,-1 0 0,1 0 0,-1 0 0,1 1 0,-1-1 0,1 0 0,-1 0 0,0 0 0,1 0 0,-1 0 0,1-1 0,-1 1 0,1 0 0,-1 0 0,1 0 0,-1 0 0,1-1 0,-1 1 0,1 0 0,-1 0 0,1-1 0,0 1 0,-1 0 0,1-1 0,-1 1 0,1 0 0,0-1 0,-1 1 0,1-1 0,0 1 0,-1 0 0,1-1 0,0 1 0,0-1 0,0 1 0,-1-1 0,1 1 0,0-2 0,0-2 0,0 0 0,0 0 0,1 0 0,-1 0 0,1 0 0,0 0 0,0 0 0,0 0 0,1 1 0,1-5 0,8-14 0,0 0 0,20-27 0,37-46 0,25-21 0,5 4 0,155-139 0,-215 217 0,2 2 0,2 2 0,62-36 0,-80 54 0,0 0 0,1 1 0,1 2 0,0 1 0,0 0 0,1 2 0,-1 1 0,31-1 0,-25 5 0,1 1 0,36 4 0,-49-1 0,1 1 0,-1 1 0,-1 0 0,31 13 0,173 85 0,-211-98 0,-3-1 0,0 0 0,-1 0 0,1 1 0,-1 0 0,9 7 0,-16-12 0,-1 1 0,1-1 0,-1 1 0,1-1 0,-1 0 0,1 1 0,-1-1 0,0 1 0,1 0 0,-1-1 0,0 1 0,1-1 0,-1 1 0,0-1 0,0 1 0,1 0 0,-1-1 0,0 1 0,0 0 0,0-1 0,0 1 0,0-1 0,0 1 0,0 0 0,0-1 0,0 1 0,0 0 0,0-1 0,-1 1 0,1 0 0,-1 1 0,0 0 0,-1-1 0,1 1 0,-1-1 0,1 1 0,-1-1 0,1 0 0,-4 3 0,-19 10 0,0 0 0,-35 13 0,7-3 0,-1 3 0,2 3 0,0 2 0,3 2 0,0 2 0,-60 62 0,26-13 0,4 3 0,3 3 0,-70 116 0,120-167 0,24-39 0,1 0 0,-1 0 0,0 0 0,1-1 0,-1 1 0,0 0 0,1 0 0,-1 0 0,0-1 0,0 1 0,0 0 0,0-1 0,-1 2 0,1-3 0,1 1 0,0 0 0,0 0 0,-1 0 0,1 0 0,0 0 0,0 0 0,0-1 0,-1 1 0,1 0 0,0 0 0,0 0 0,0 0 0,-1-1 0,1 1 0,0 0 0,0 0 0,0-1 0,0 1 0,0 0 0,0 0 0,0-1 0,0 1 0,-1 0 0,1 0 0,0-1 0,0 1 0,0 0 0,0 0 0,0-1 0,0 1 0,0 0 0,1-1 0,-1-4 0,0 0 0,1 0 0,0 0 0,1-6 0,5-11 0,1 1 0,0 0 0,2 0 0,0 1 0,1 1 0,1 0 0,27-32 0,-20 30 0,2 0 0,0 1 0,2 1 0,0 1 0,37-22 0,-17 17 0,1 2 0,0 1 0,1 3 0,1 2 0,1 1 0,0 3 0,56-6 0,-75 13 0,48 0 0,-65 5 0,0-1 0,-1 2 0,1-1 0,0 2 0,-1-1 0,0 1 0,17 8 0,-9-1 0,0 0 0,-1 2 0,0 0 0,-1 0 0,27 29 0,63 83 0,-99-116 0,44 57-1365,-11-8-5461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14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1017 24575,'1'-18'0,"1"1"0,1 0 0,0 0 0,6-17 0,-1 2 0,93-301-6181,30 10 5578,-122 304-39,6-15 2066,29-47 0,-39 73-1042,0 0-1,1 0 1,0 0-1,1 1 1,-1 0-1,1 1 1,0-1-1,1 1 1,0 1-1,0-1 1,9-3-1,-15 8-381,0 0 0,0 0 0,0 0 0,0 0 0,1 1 0,-1-1 0,0 1 0,1-1 0,-1 1 0,0 0 0,1 0 0,-1 0 0,0 0 0,1 1 0,-1-1 0,0 1 0,4 0 0,-3 1 0,-1-1 0,1 1 0,-1 0 0,0-1 0,1 1 0,-1 0 0,0 0 0,0 1 0,-1-1 0,1 0 0,0 1 0,-1-1 0,1 1 0,1 3 0,144 280 0,55 120-1365,-171-340-5461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15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63 187 24575,'-4'0'-3276,"-6"0"209,-5-4 5946,-4-2-2879,5-3 1084,14-5-1084,14-4 568,18-3-568,11-2 1812,3-1-1812,-2 3 0,-5 1 0,-5 5 0,-9 4-8191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19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24575,'8'0'0,"19"4"0,26 14 0,28 16 0,26 11 0,18 9 0,14 5 0,3-5 0,-93-39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21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24575,'35'7'-613,"44"3"0,-26-4 784,71 8 357,152-2-1,-193-10-527,132 21 0,79 32 0,-262-48 0,3 0 0,229 45 0,-228-44 114,0 2-1,44 19 1,-45-16-683,1-1 1,37 7-1,-48-14-6257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23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24575,'0'8'0,"1"0"0,0 0 0,1-1 0,-1 1 0,6 12 0,0 5 0,69 223-273,200 444 0,-246-627-2030,65 136-1619,3-2 3453,126 181 1471,-197-343 1891,45 48 0,3-9-2441,-33-29-452,-1 2 0,48 77 0,-32-45 0,-18-27 0,185 238 0,-215-283 0,-16-16 0,-18-16 0,-1 2 0,-1 0 0,0 2 0,-2 1 0,0 2 0,-1 1 0,0 1 0,-1 1 0,-55-14 0,-370-116 0,433 134 0,47 16 0,8 3 0,121 40 0,-3 6 0,269 143 0,-386-181 0,52 26 0,-75-39 0,1-1 0,-1-1 0,1 1 0,0-2 0,0 1 0,13 0 0,-21-3 0,-1 0 0,0 0 0,0-1 0,0 1 0,1-1 0,-1 1 0,0-1 0,0 0 0,0 1 0,0-1 0,0 0 0,0 0 0,0-1 0,0 1 0,0 0 0,-1-1 0,1 1 0,-1-1 0,1 1 0,-1-1 0,1 0 0,-1 0 0,0 1 0,0-1 0,0 0 0,2-4 0,1-5 0,0 0 0,-1 0 0,4-22 0,-4 17 0,6-38-455,-3 0 0,-1-91 0,-5 105-6371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9:05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39:08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1253 1 24575,'-2'33'-6763,"0"-17"5379,-7 24-1,-30 82-155,-41 82 1292,-40 71 581,-458 830 1641,479-949-754,98-155-1209,-59 84 593,48-69 378,-2 0 0,-23 21 0,34-34-795,0 0-1,0-1 0,0 1 1,-1-1-1,1 1 0,-1-1 1,1 0-1,-1 0 0,0-1 1,0 1-1,0-1 0,0 0 0,0 0 1,0 0-1,0 0 0,0-1 1,-8 0-1,9 0-118,1 0 0,-1 1 1,0-1-1,0 1 0,0-1 0,1 1 0,-1 0 0,0 0 0,1 0 1,-1 1-1,0-1 0,1 0 0,-3 3 0,-4 3-113,1 0 0,-9 10 0,12-12 104,-19 20-1424,2 0-5461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08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100 523 24575,'-3'44'-9376,"-9"19"8533,2-14 2090,-47 216 4218,48-239-2696,5-22-2119,2-7-522,0-9-168,3-196 40,-1 195 0,4-31 0,1 1 0,19-74 0,39-80 0,-54 174 0,0 0 0,2 1 0,0 0 0,2 1 0,19-26 0,-30 44 0,0 0 0,0 1 0,1-1 0,0 1 0,-1 0 0,1 0 0,0 0 0,0 0 0,0 1 0,0-1 0,3-1 0,-4 3 0,0 0 0,0-1 0,-1 1 0,1 0 0,0 0 0,0 0 0,0 0 0,0 0 0,-1 0 0,1 0 0,0 1 0,0-1 0,0 1 0,-1-1 0,1 1 0,0 0 0,-1 0 0,1 0 0,-1 0 0,1 0 0,-1 0 0,3 2 0,5 6 0,1 1 0,-2 0 0,1 0 0,9 16 0,25 50 0,39 67 0,-5-12 0,2 26 0,49 85 0,-124-235 0,16 23 0,-20-29 0,1 0 0,0 1 0,0-1 0,0 0 0,0 0 0,0 0 0,1 0 0,-1-1 0,0 1 0,0 0 0,1 0 0,-1-1 0,0 1 0,1-1 0,-1 1 0,1-1 0,-1 0 0,2 1 0,-2-1 0,0-1 0,0 1 0,1 0 0,-1-1 0,0 1 0,0-1 0,0 1 0,0-1 0,-1 1 0,1-1 0,0 0 0,0 0 0,0 1 0,0-1 0,-1 0 0,1 0 0,0 0 0,-1 0 0,1 0 0,0 0 0,-1 0 0,1-1 0,10-27 0,-11 29 0,9-36 0,-2-1 0,3-49 0,5-25 0,-5 66 0,2 1 0,2 0 0,27-59 0,-11 40 0,62-93 0,7 6 0,-87 131 0,15-33 0,-25 49 0,-1 0 0,1 0 0,-1 0 0,1 0 0,0 1 0,0-1 0,0 1 0,0-1 0,1 1 0,-1 0 0,4-2 0,-5 3 0,0 1 0,0-1 0,0 1 0,0 0 0,0-1 0,0 1 0,0 0 0,0 0 0,0 0 0,0-1 0,0 1 0,0 1 0,0-1 0,0 0 0,0 0 0,0 0 0,0 0 0,0 1 0,0-1 0,0 1 0,0-1 0,0 0 0,0 1 0,0 0 0,0-1 0,0 1 0,0-1 0,-1 1 0,1 0 0,0 0 0,0 0 0,-1-1 0,1 1 0,0 0 0,-1 0 0,1 2 0,4 7 0,0-1 0,-1 1 0,-1 1 0,0-1 0,0 0 0,-1 1 0,2 11 0,-2-5 0,10 41 0,31 93 0,16 37 0,12 33 0,-20-73 0,-46-137 45,1 1-1,13 18 1,5 11-1544,-16-22-5327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09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882 1 24575,'-3'0'0,"-240"10"0,215-7 0,1 2 0,0 1 0,-1 1 0,2 2 0,-1 0 0,-40 22 0,18-1-1686,0 2-1,3 2 1,-80 75 0,109-94 1671,0 2 0,2 0 0,0 0 0,1 2 0,-18 29 0,28-40 48,1 0 0,-1 0 1,1 0-1,0 0 0,1 0 0,0 1 0,0-1 0,1 1 1,0-1-1,1 1 0,0 0 0,0-1 0,1 1 1,0 0-1,0-1 0,1 1 0,5 14 0,-2-12 1110,0 0 0,0 0-1,1-1 1,13 18-1,34 34-617,-43-52-525,0-1 0,1 1 0,0-2 0,1 1 0,-1-2 0,2 0 0,-1 0 0,1-1 0,18 7 0,6-2 0,0-2 0,46 6 0,15-2 0,83 16 0,-145-19-1365,-9 0-5461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1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24575,'-8'51'-5091,"3"22"1809,3-32 1825,-7 92-1239,-52 639 3976,33-443-248,16-207 2120,-19 56-2874,26-156-356,1 0 0,-1 28 0,4-30-1095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3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1 24575,'65'0'0,"0"2"0,85 15 0,-125-12 0,-1 1 0,0 1 0,37 16 0,-46-15 0,-1 0 0,1 0 0,-1 2 0,0-1 0,-1 2 0,15 15 0,-24-23 0,-1 1 0,0 0 0,1 1 0,-2-1 0,1 0 0,0 1 0,-1-1 0,0 1 0,3 8 0,-4-10 0,-1 0 0,1 0 0,-1 1 0,0-1 0,1 0 0,-1 0 0,-1 1 0,1-1 0,0 0 0,-1 0 0,0 1 0,0-1 0,0 0 0,0 0 0,0 0 0,0 0 0,-3 3 0,-6 8 0,-1 0 0,-1-1 0,0 0 0,-1-1 0,-17 14 0,21-19 0,-383 305 0,365-291 0,-119 86 0,110-84 0,0-1 0,-45 20 0,66-36-341,-1 0 0,1-1-1,-28 5 1,11-6-6485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0:51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0:53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3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5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986 732 24575,'-263'-21'0,"156"9"0,14 3 458,-226-31-7661,308 37 7196,0 0 0,0 0 1,0-1-1,0 0 1,1-1-1,-1 0 0,1-1 1,1 0-1,-1-1 0,-12-11 1,12 9 1110,1-1-1,-14-17 1,19 21-669,0-1 0,0 1-1,1-1 1,0 0 0,0 0 0,0 0 0,-2-13 0,3 9-575,0-1 1,1 1 0,1-1 0,1-16-1,1 4-924,2 1 0,1-1 0,0 1 0,11-25 0,-7 23 896,0 1 0,2 0 0,1 0 0,16-22 1,-23 37 213,1 1 0,0 0 0,1 1 0,0 0 1,0 0-1,1 0 0,0 1 0,0 0 0,0 0 1,1 1-1,0 0 0,0 1 0,18-7 0,-6 6 1453,0 1 0,1 0-1,33 0 1,67 6-1256,-65 2-243,0 3 0,-1 2 0,0 3 0,-1 2 0,0 2 0,69 31 0,-103-37 0,0 0 0,-1 2 0,0 0 0,-1 1 0,34 31 0,-43-34 0,0 1 0,0 1 0,-1 0 0,0 0 0,-1 0 0,0 1 0,-1 1 0,-1-1 0,0 1 0,5 20 0,-2 3 0,-2-1 0,3 59 0,-5 75 0,-5-159 0,0 9-195,0 1 0,-1-1 0,-1 0 0,-1-1 0,0 1 0,-13 36 0,0-21-6631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17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24575,'16'0'0,"27"-4"0,26-6 0,1 0-8191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23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24575,'0'108'0,"0"354"0,3-602 0,0 112 0,0 0 0,2 0 0,9-30 0,-11 49 0,1 0 0,-1 1 0,1-1 0,1 1 0,0 0 0,0 0 0,0 0 0,1 1 0,7-8 0,-10 13 0,0-1 0,0 0 0,0 1 0,0-1 0,0 1 0,0 0 0,1 0 0,-1 1 0,1-1 0,-1 0 0,1 1 0,0 0 0,0 0 0,-1 0 0,1 1 0,0-1 0,0 1 0,0 0 0,0 0 0,0 0 0,0 0 0,-1 1 0,1 0 0,5 1 0,-6-1 0,-1 1 0,1-1 0,0 1 0,0-1 0,-1 1 0,1 0 0,-1 0 0,0 1 0,1-1 0,-1 0 0,0 1 0,0-1 0,-1 1 0,1 0 0,0-1 0,-1 1 0,2 5 0,-1-4 0,-1-1 0,0 1 0,0 0 0,0-1 0,-1 1 0,1 0 0,-1-1 0,0 1 0,0 0 0,0 0 0,-1-1 0,1 1 0,-1 0 0,-1 5 0,1-8 0,0 0 0,0 1 0,1-1 0,-1 0 0,0 0 0,0 0 0,0 0 0,0 0 0,0 0 0,-3 2 0,4-3 0,0 1 0,-1-1 0,1 0 0,-1 0 0,1 0 0,0 1 0,-1-1 0,1 0 0,0 0 0,-1 0 0,1 0 0,-1 1 0,1-1 0,0 0 0,-1 0 0,1 0 0,-1 0 0,1 0 0,-1 0 0,1 0 0,0 0 0,-1-1 0,1 1 0,-1 0 0,1 0 0,0 0 0,-1 0 0,1 0 0,0-1 0,-1 1 0,1 0 0,-1 0 0,1-1 0,0 1 0,0 0 0,-1 0 0,1-1 0,0 1 0,-1-1 0,1 1 0,0-1 0,0 1 0,0 0 0,0 0 0,0-1 0,0 1 0,0 0 0,0 0 0,0-1 0,0 1 0,0 0 0,0 0 0,0-1 0,0 1 0,0 0 0,0 0 0,0-1 0,0 1 0,0 0 0,0 0 0,0 0 0,1-1 0,-1 1 0,0 0 0,0 0 0,0 0 0,0-1 0,1 1 0,-1 0 0,0 0 0,0 0 0,0 0 0,1 0 0,-1-1 0,0 1 0,1 0 0,9-3 0,-9 3 0,0 0 0,1 0 0,-1 0 0,0 0 0,1 0 0,-1 1 0,0-1 0,1 1 0,-1-1 0,0 1 0,0-1 0,0 1 0,1 0 0,-1-1 0,0 1 0,0 0 0,0 0 0,0 0 0,0 0 0,0 0 0,0 0 0,-1 0 0,1 0 0,0 0 0,0 0 0,0 3 0,2 2 0,-1-1 0,0 1 0,0 0 0,2 11 0,-2-4-80,-1 0 0,0 0-1,-1 0 1,-1 1 0,0-1-1,0 0 1,-1 0 0,-1-1-1,-1 1 1,1 0 0,-2-1 0,0 0-1,0 0 1,-1 0 0,-1-1-1,-14 21 1,-18 11-6746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24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24575,'0'5'0,"1"-1"0,-1 0 0,1 0 0,0 1 0,0-1 0,0 0 0,1 0 0,-1 0 0,3 4 0,3 4 0,14 18 0,-16-23 0,143 171-67,12-7-2979,-156-166 2883,361 353-6758,-112-132 5798,-202-186 3169,74 46 0,-92-65-3009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26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1041 0 24575,'-39'4'0,"0"2"0,-58 16 0,84-18 0,-1 1 0,2 0 0,-1 1 0,1 0 0,0 1 0,0 0 0,1 1 0,0 1 0,0 0 0,1 0 0,-11 13 0,-3 10 0,1 1 0,-26 49 0,30-49 0,-487 841-894,490-846 894,-1 0 0,1 1 0,-23 60 0,38-86 0,0-1 0,0 1 0,1 0 0,-1 0 0,1-1 0,-1 1 0,1 0 0,0 0 0,0 0 0,1 4 0,-1-5 0,1-1 0,-1 0 0,1 0 0,0 0 0,-1 0 0,1 0 0,0 0 0,0 0 0,0-1 0,0 1 0,0 0 0,0 0 0,0 0 0,0-1 0,0 1 0,0-1 0,0 1 0,0-1 0,0 1 0,1-1 0,-1 0 0,0 1 0,0-1 0,0 0 0,1 0 0,-1 0 0,2 0 0,12 0 0,0 0 0,1-1 0,22-4 0,54-15 0,12-9 0,-1-3 0,-2-5 0,-1-5 0,98-56 0,-148 69-608,47-37 0,-48 28-5473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39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1421 1 24575,'-279'10'0,"197"-1"0,-107 25 0,0 17 0,177-47 0,1 1 0,-1 0 0,1 0 0,0 1 0,1 1 0,-1 0 0,-11 10 0,11-7 0,1 1 0,0 0 0,1 1 0,0 0 0,-13 24 0,-133 297 0,134-285 0,-2 5 0,-82 215 0,104-264 0,-2 5 0,0 0 0,1 0 0,0 0 0,-1 14 0,3-21 0,0 0 0,0 0 0,0 0 0,0 0 0,0 0 0,1 0 0,-1 0 0,1 0 0,-1 0 0,1 0 0,0 0 0,0 0 0,0-1 0,0 1 0,0 0 0,0 0 0,1-1 0,-1 1 0,0-1 0,1 1 0,-1-1 0,1 0 0,0 0 0,-1 1 0,4 0 0,3 1 0,0 0 0,1-1 0,-1 0 0,1 0 0,0-1 0,-1 0 0,1 0 0,0-1 0,0-1 0,10-1 0,-5 1 0,-1 1 0,1 0 0,14 2 0,-26-1 0,0-1 0,0 0 0,0 1 0,0 0 0,0-1 0,0 1 0,-1 0 0,1 0 0,0 0 0,0 0 0,-1 0 0,1 0 0,-1 1 0,1-1 0,-1 1 0,1-1 0,-1 1 0,0-1 0,0 1 0,0 0 0,0-1 0,0 1 0,0 0 0,0 0 0,-1 0 0,1 0 0,0 0 0,-1 0 0,0 0 0,1 2 0,-1 0 0,0 0 0,0 0 0,0 0 0,-1 0 0,0 0 0,1 0 0,-1-1 0,-1 1 0,1 0 0,0-1 0,-1 1 0,0-1 0,0 1 0,0-1 0,-2 3 0,-5 4 0,0-1 0,0-1 0,0 1 0,-17 10 0,-46 24 0,67-41 0,-48 26-455,-2-3 0,-82 25 0,106-40-6371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41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0 759 24575,'79'-27'-3526,"70"-23"150,70-30 3548,-133 44 694,-2-3 1,92-58 0,-128 65-848,53-44 0,-79 57 533,-1-1-1,0-1 1,-2-1-1,20-28 0,-29 34-212,0 0-1,11-26 0,-18 36-311,-1 1 0,0-1-1,0 1 1,-1-1 0,1 0-1,-1 1 1,-1-1 0,1 0-1,-1 0 1,0 0 0,-2-11-1,2 15-26,-1 0 0,0 1 0,1-1 0,-1 0 0,0 1 0,0-1 0,0 0 0,0 1 0,-1-1 0,1 1 0,0 0 0,-1-1 0,1 1 0,-1 0 0,1 0 0,-1 0 0,1 0 0,-1 0 0,0 0 0,0 0 0,1 1 0,-1-1 0,0 1 0,-3-1 0,-5-1 0,1 1 0,-1 0 0,-15 1 0,16 0 0,-295 7 0,263-5 0,0 2 0,0 2 0,1 1 0,0 2 0,1 2 0,0 2 0,0 1 0,-45 24 0,68-29 0,0 2 0,1 0 0,0 0 0,0 1 0,2 1 0,-1 1 0,2 0 0,-1 0 0,2 1 0,0 1 0,1 0 0,1 0 0,0 1 0,1 0 0,1 0 0,1 1 0,0 0 0,1 0 0,1 1 0,1 0 0,-1 26 0,2-18 0,2 0 0,1 0 0,1 0 0,2 0 0,7 29 0,-8-44 0,1 0 0,0 0 0,1 0 0,0-1 0,1 0 0,0 0 0,1 0 0,0-1 0,1 0 0,0 0 0,0-1 0,1 0 0,12 10 0,-4-7 1,1-1 0,0 0 0,1-1 0,0-1 0,0-1 1,1 0-1,24 5 0,147 20-2,-35-7-1372,-130-20-5453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43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24575,'28'692'0,"-7"-390"0,-21-314 0,2 0 0,-1 1 0,1-1 0,1 1 0,0-1 0,5-12 0,-3 9 0,17-48 0,3 0 0,3 2 0,3 1 0,2 1 0,53-70 0,-72 109-341,2 1 0,0 0-1,19-16 1,-5 11-6485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44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24575,'1'17'0,"1"0"0,6 32 0,-4-29 0,163 629 0,-166-645 0,9 24 0,-10-26 0,1-1 0,0 1 0,0 0 0,0-1 0,0 1 0,0-1 0,0 0 0,0 1 0,0-1 0,0 0 0,1 1 0,1 0 0,-3-2 0,1 0 0,-1 1 0,1-1 0,-1 0 0,1 0 0,-1 0 0,1 0 0,-1 0 0,1 0 0,-1 0 0,1 0 0,-1 0 0,1 0 0,-1 0 0,1 0 0,-1 0 0,0-1 0,1 1 0,-1 0 0,1 0 0,-1 0 0,1-1 0,-1 1 0,0 0 0,1-1 0,-1 1 0,0 0 0,1-1 0,-1 1 0,0 0 0,1-1 0,3-5 0,1 0 0,-2 0 0,1 0 0,5-13 0,49-111 0,93-225-1365,-85 201-5461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46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335 661 24575,'4'-3'0,"0"0"0,0 0 0,1 1 0,-1-1 0,1 1 0,0 0 0,0 0 0,0 1 0,8-2 0,9-3 0,46-18 0,0-3 0,-2-3 0,94-57 0,-126 64 0,-1-1 0,58-55 0,-71 59 0,-1-2 0,-1 0 0,-1-1 0,27-49 0,-34 53 0,12-34 0,-20 48 0,0 0 0,-1-1 0,0 1 0,0-1 0,0 1 0,0-1 0,-1 1 0,0-1 0,0 1 0,-1-1 0,-1-8 0,2 13 0,-1-1 0,0 0 0,0 1 0,1-1 0,-1 0 0,0 1 0,-1-1 0,1 1 0,0 0 0,0-1 0,-1 1 0,1 0 0,0 0 0,-1 0 0,1 0 0,-1 0 0,0 0 0,1 0 0,-1 0 0,0 1 0,1-1 0,-1 0 0,-2 1 0,-5-2 0,0 1 0,0 0 0,-15 1 0,13 0 0,-369 11 0,354-9 0,0 2 0,-25 6 0,42-8 0,0 1 0,0 0 0,0 1 0,1 0 0,0 0 0,-1 1 0,2 0 0,-1 0 0,-8 8 0,-33 36 0,-52 69 0,63-72 0,-14 16 0,-73 92 0,117-145 0,2 0 0,-1 1 0,1 0 0,0-1 0,1 2 0,-7 18 0,11-26 0,1-1 0,0 0 0,0 1 0,0-1 0,0 1 0,0-1 0,0 0 0,0 1 0,1-1 0,-1 0 0,1 1 0,0-1 0,0 0 0,0 0 0,0 1 0,0-1 0,0 0 0,0 0 0,1 0 0,-1 0 0,4 3 0,3 2 0,0 0 0,0 0 0,16 9 0,-10-7 0,110 84 0,67 43 0,-168-123 0,-1-1 0,2-1 0,0-1 0,0 0 0,1-2 0,50 9 0,-42-13-455,1-2 0,61-3 0,-71-1-6371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1:48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24575,'3'40'-6633,"6"17"3076,-1-14 2675,11 79 869,75 501 2290,-30 2-253,-64-650-2046,0 1-1,2-1 0,1 0 0,1 1 0,9-33 1,50-120 704,-31 105 1158,3 1-1,49-72 0,-35 71-1479,98-111 0,-125 158-1042,50-40-1,-41 42-6143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27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6081 24575,'129'-76'-6553,"1"-2"3574,53-39 1786,638-507 1703,-47-72-2041,-466 404 647,175-162-1026,9 20 1852,-303 282 58,-58 54 1214,280-156-1,184-84-423,-343 190-183,47-26 1622,746-395-2358,76-43-971,-237 128 1536,-697 394-1097,4 9 0,225-64 1,212-5 5196,-515 137-4770,-81 12-939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2:28.9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3610 24575,'21'2'-1181,"156"10"-4191,31-6 2393,87-7 1080,73-12 214,640-79 713,-8-101 3234,-445 32-1887,-6-19-777,-125 40 186,7 5 216,32-6 0,116-31 434,948-288 1480,-1270 381-1896,1058-321-59,17 38 300,-661 205 684,49-1-707,2783-543-959,-3059 617 1561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0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3792 1 24575,'-10'10'0,"-57"37"0,-101 70 0,-95 69 0,-57 42 0,-8 7-2225,36-27 2225,54-44 0,27-30 316,-13-8-316,-38-2 0,-34-1 0,-9-3 0,21-16 0,50-21 0,60-25 0,59-22-6282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06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1736 1700 24575,'-141'1'0,"-169"-2"0,253-3-565,0-2 0,1-2-1,0-3 1,1-2 0,-83-31-1,45 6-564,2-4-1,-108-67 0,-16-33 1131,184 118 0,1-1 0,1-1 0,1-2 0,-38-49 0,56 61 339,0-1 1,1 1-1,1-2 0,0 1 0,1-1 0,1 0 1,1 0-1,1-1 0,-2-19 0,0-19 1357,2-96 0,5 102-1696,3 0 0,2 1 0,14-57 0,-11 74 0,0 0 0,2 1 0,2 0 0,1 1 0,29-49 0,-36 69 0,1 0 0,0 1 0,0-1 0,1 2 0,0-1 0,1 1 0,0 1 0,0 0 0,1 0 0,0 1 0,0 0 0,1 1 0,-1 0 0,20-6 0,12 2 0,0 2 0,1 1 0,67-1 0,-56 5 0,74-6 0,203-10 0,-318 19 0,5-1 0,0 1 0,24 4 0,-38-3 0,0 0 0,1 0 0,-1 0 0,0 1 0,0 0 0,0 0 0,-1 0 0,1 1 0,0 0 0,-1 0 0,0 0 0,8 7 0,-7-5 0,-1 0 0,0 1 0,0 0 0,0 0 0,-1 0 0,5 10 0,11 44 0,-12-36 0,179 657 0,-179-654 0,57 259 0,-61-264 0,0-1 0,-2 1 0,-1 0 0,0 0 0,-7 41 0,4-49 0,-1 0 0,0 0 0,-1-1 0,0 1 0,-1-1 0,-1-1 0,0 1 0,-1-1 0,-17 22 0,5-12 0,-2-1 0,0-1 0,-1 0 0,-51 31 0,18-18 0,-76 32 0,57-34-682,-104 29-1,76-34-6143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36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8748 1443 23492,'-8747'-1442'0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3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1774 24575,'-2'-69'-226,"-3"-1"0,-4 1 0,-2 0 0,-30-101 0,-53-90-4641,50 149 4080,31 82 1511,9 20 198,0-1-1,0 1 1,-5-21-1,9 27-802,-1 0-1,1 1 1,0-1 0,0 0 0,0 0-1,0 0 1,0 1 0,1-1-1,-1 0 1,1 1 0,0-1 0,0 0-1,0 1 1,0-1 0,0 1-1,0-1 1,1 1 0,0-1 0,2-2-1,5-4-118,1 1 0,0 0 0,1 1 0,-1 0 0,1 0 0,1 1 0,11-4 0,24-14 0,-2-5 0,47-38 0,36-41 0,-66 55 0,274-221 0,-264 222 0,122-65 0,-172 103-1365,-5 1-5461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5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18530,'6637'8343'0,"-6664"-8469"0,54 252 0,-144-180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0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3792 1 24575,'-10'10'0,"-57"37"0,-101 70 0,-95 69 0,-57 42 0,-8 7-2225,36-27 2225,54-44 0,27-30 316,-13-8-316,-38-2 0,-34-1 0,-9-3 0,21-16 0,50-21 0,60-25 0,59-22-6282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06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1736 1700 24575,'-141'1'0,"-169"-2"0,253-3-565,0-2 0,1-2-1,0-3 1,1-2 0,-83-31-1,45 6-564,2-4-1,-108-67 0,-16-33 1131,184 118 0,1-1 0,1-1 0,1-2 0,-38-49 0,56 61 339,0-1 1,1 1-1,1-2 0,0 1 0,1-1 0,1 0 1,1 0-1,1-1 0,-2-19 0,0-19 1357,2-96 0,5 102-1696,3 0 0,2 1 0,14-57 0,-11 74 0,0 0 0,2 1 0,2 0 0,1 1 0,29-49 0,-36 69 0,1 0 0,0 1 0,0-1 0,1 2 0,0-1 0,1 1 0,0 1 0,0 0 0,1 0 0,0 1 0,0 0 0,1 1 0,-1 0 0,20-6 0,12 2 0,0 2 0,1 1 0,67-1 0,-56 5 0,74-6 0,203-10 0,-318 19 0,5-1 0,0 1 0,24 4 0,-38-3 0,0 0 0,1 0 0,-1 0 0,0 1 0,0 0 0,0 0 0,-1 0 0,1 1 0,0 0 0,-1 0 0,0 0 0,8 7 0,-7-5 0,-1 0 0,0 1 0,0 0 0,0 0 0,-1 0 0,5 10 0,11 44 0,-12-36 0,179 657 0,-179-654 0,57 259 0,-61-264 0,0-1 0,-2 1 0,-1 0 0,0 0 0,-7 41 0,4-49 0,-1 0 0,0 0 0,-1-1 0,0 1 0,-1-1 0,-1-1 0,0 1 0,-1-1 0,-17 22 0,5-12 0,-2-1 0,0-1 0,-1 0 0,-51 31 0,18-18 0,-76 32 0,57-34-682,-104 29-1,76-34-6143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36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8748 1443 23492,'-8747'-1442'0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3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1774 24575,'-2'-69'-226,"-3"-1"0,-4 1 0,-2 0 0,-30-101 0,-53-90-4641,50 149 4080,31 82 1511,9 20 198,0-1-1,0 1 1,-5-21-1,9 27-802,-1 0-1,1 1 1,0-1 0,0 0 0,0 0-1,0 0 1,0 1 0,1-1-1,-1 0 1,1 1 0,0-1 0,0 0-1,0 1 1,0-1 0,0 1-1,0-1 1,1 1 0,0-1 0,2-2-1,5-4-118,1 1 0,0 0 0,1 1 0,-1 0 0,1 0 0,1 1 0,11-4 0,24-14 0,-2-5 0,47-38 0,36-41 0,-66 55 0,274-221 0,-264 222 0,122-65 0,-172 103-1365,-5 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6:47:5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18530,'6637'8343'0,"-6664"-8469"0,54 252 0,-144-180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2:17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1 516 24575,'174'-88'-9289,"107"-51"9606,-239 120-102,428-176 2304,-417 179-38,59-10 0,55 5-1076,169 10-1534,-289 10 129,226 6 0,-224-1 0,1 2 0,-1 2 0,68 21 0,-92-21 0,-1 2 0,0 1 0,0 1 0,31 20 0,-20-7 0,61 57 0,115 137 0,-179-184 0,444 526 0,-472-556 0,18 24 0,30 53 0,-49-77 0,-1 0 0,0 0 0,0 0 0,0 0 0,-1 1 0,1-1 0,0 10 0,-2-4 0,0 0 0,-3 17 0,2-11 0,1 0 0,0 1 0,5 24 0,0 10 0,-2-21 0,-2-22 0,0-1 0,0 1 0,-1 9 0,0-17 0,0 0 0,0-1 0,0 1 0,0 0 0,0 0 0,-1-1 0,1 1 0,0 0 0,0-1 0,-1 1 0,1 0 0,0-1 0,-1 1 0,1 0 0,-1-1 0,1 1 0,-1-1 0,1 1 0,-1-1 0,0 1 0,1-1 0,-1 1 0,1-1 0,-1 1 0,0-1 0,0 0 0,1 0 0,-1 1 0,0-1 0,1 0 0,-1 0 0,0 0 0,0 0 0,1 1 0,-1-1 0,0 0 0,0-1 0,1 1 0,-1 0 0,0 0 0,-1 0 0,-3-1 0,0-1 0,1 1 0,-1-1 0,-8-4 0,-2-3 0,1 0 0,0-1 0,0-1 0,1 0 0,-13-15 0,7 8 0,-23-18 0,-4 2 0,-48-36 0,67 43 0,25 25 0,0 0 0,1-1 0,-1 1 0,1-1 0,-1 1 0,1-1 0,0 0 0,0 1 0,0-1 0,-1-4 0,2 7 0,0-1 0,0 1 0,0 0 0,0-1 0,0 1 0,0-1 0,0 1 0,0 0 0,0-1 0,0 1 0,0 0 0,0-1 0,0 1 0,0 0 0,0-1 0,1 1 0,-1 0 0,0-1 0,0 1 0,0 0 0,0-1 0,1 1 0,-1 0 0,0 0 0,0-1 0,1 1 0,-1 0 0,0 0 0,1-1 0,-1 1 0,0 0 0,1 0 0,-1 0 0,0 0 0,1-1 0,-1 1 0,0 0 0,1 0 0,-1 0 0,1 0 0,16 2 0,-2 2 0,0 0 0,0 1 0,-1 1 0,0 1 0,0 0 0,20 13 0,-4 2 0,46 42 0,-54-43 0,0-2 0,2 0 0,0-1 0,50 27 0,-64-41 0,1 0 0,-1-1 0,1 0 0,0-1 0,0 0 0,-1 0 0,2-1 0,-1-1 0,0 0 0,18-2 0,-26 2 0,0-1 0,0 0 0,0 0 0,0 0 0,0 0 0,-1 0 0,1-1 0,0 0 0,0 1 0,-1-1 0,1 0 0,-1 0 0,0 0 0,0 0 0,1-1 0,-1 1 0,-1-1 0,1 1 0,0-1 0,-1 1 0,1-1 0,1-5 0,2-7 0,0 1 0,-2-1 0,4-25 0,2-5 0,-1 19 0,2 0 0,0 1 0,2 1 0,1 0 0,1 0 0,0 1 0,33-37 0,-14 19-1365,-3 3-5461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2:2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2378 16241,'2431'-2377'0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2:23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24575,'98'-1'0,"-1"-5"0,107-20 0,-89 5 0,2-2 0,129-7 0,-240 29 0,1 1 0,0 0 0,-1 1 0,1-1 0,12 4 0,-17-4 0,-1 1 0,1-1 0,0 1 0,-1 0 0,1 0 0,0 0 0,-1 0 0,1 0 0,-1 0 0,0 0 0,1 0 0,-1 1 0,0-1 0,0 0 0,0 1 0,0-1 0,0 1 0,0-1 0,0 1 0,0 0 0,0-1 0,-1 1 0,1 0 0,-1 0 0,1-1 0,-1 3 0,1 11 0,-1 0 0,0 0 0,-5 24 0,1-2 0,-11 97 0,-3 44 0,18-166-75,-3 99 280,3-88-704,2 0 1,7 39 0,-2-35-6328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3:22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0 217 23801,'2325'-216'0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3:24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24575,'4'1'0,"0"-1"0,0 1 0,0 0 0,0 0 0,0 0 0,0 0 0,0 1 0,0-1 0,-1 1 0,1 0 0,-1 0 0,1 0 0,3 4 0,6 5 0,23 26 0,-17-16 0,124 122 0,165 127 0,-49-85 0,-153-111 0,-76-51 0,-30-23 0,1 0 0,-1 1 0,0-1 0,1 0 0,-1 0 0,0 1 0,1-1 0,-1 0 0,0 1 0,1-1 0,-1 0 0,0 1 0,0-1 0,1 1 0,-1-1 0,0 0 0,0 1 0,0-1 0,0 1 0,0-1 0,0 1 0,1-1 0,-1 1 0,0-1 0,0 1 0,0-1 0,0 0 0,0 1 0,-1-1 0,1 1 0,0-1 0,0 1 0,0-1 0,0 1 0,0-1 0,-1 0 0,1 1 0,0-1 0,0 1 0,-1-1 0,1 0 0,0 1 0,-1-1 0,1 1 0,-3 0 0,0 1 0,0-1 0,0 1 0,0-1 0,-5 2 0,-1 0 0,-32 15 0,2 2 0,-52 35 0,-71 60 0,97-66 0,2 3 0,2 2 0,3 4 0,-83 104 0,125-140-1365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4:07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20084,'3757'349'0,"-3907"-442"0,300 186 0,-315-29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4:10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4:46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0 513 24575,'201'0'0,"-3"1"0,781 33 0,-643-19 0,-44-15-6745,-99-16 6754,444-20-1653,-624 36 2358,-6 1-588,-1-1 0,1-1 0,-1 1 0,1-1 0,-1 0 0,8-2 0,-13 3-126,-1 0 0,1 0 0,-1-1 0,1 1 0,0 0 0,-1 0 0,1-1 0,-1 1 0,1 0 0,-1-1 0,1 1 0,-1-1 0,1 1 0,-1-1 0,1 1 0,-1-1 0,0 1 0,1-1 0,-1 1 0,0-1 0,1 1 0,-1-1 0,0 0 0,0 1 0,1-1 0,-1 1 0,0-1 0,0 0 0,0 1 0,0-1 0,0 0 0,0 1 0,0-1 0,0 0 0,0 1 0,0-1 0,-1 1 0,1-1 0,0 0 0,0 1 0,0-1 0,-1 1 0,1-1 0,-1 0 0,-1-3 0,0 1 0,-1 0 0,1-1 0,-1 1 0,-6-5 0,-20-15 14,-1 1 0,-44-24 0,34 22 490,-222-125 5598,96 56-5966,143 80-136,0 0 0,1-2 0,0 0 0,-23-24 0,40 34 0,8 5 0,10 8 0,-5-2 0,164 108 0,-138-95 0,183 106 0,-9 16 0,-147-87 0,5 3 0,-63-53 0,1-1 0,0 0 0,-1 1 0,1 0 0,-1 0 0,0 0 0,-1 0 0,1 0 0,-1 0 0,1 1 0,-1-1 0,-1 1 0,1 0 0,-1 0 0,1-1 0,0 8 0,-1 6 0,1 0 0,-2 1 0,-2 20 0,0-7 0,2-26 0,-1 0 0,0-1 0,0 1 0,0 0 0,-1-1 0,0 1 0,0-1 0,-1 0 0,1 0 0,-1 1 0,0-2 0,-5 8 0,-6 4 0,0-1 0,-19 16 0,12-11 0,-43 40-96,-152 158-1173,172-166-5557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5:49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656 0 24575,'11'22'0,"21"29"0,-21-35 0,-1 0 0,0 0 0,10 28 0,-14-28 0,-1 1 0,-1 0 0,-1 0 0,0 1 0,-2-1 0,1 0 0,-2 1 0,-1-1 0,0 1 0,-5 23 0,-4 6 0,-2-1 0,-30 72 0,-79 143 0,-20-7 0,104-189 0,-5 11 0,-35 88 0,58-112 0,1 1 0,-19 97 0,26-71 0,2 1 0,4 1 0,4-1 0,3 0 0,4 0 0,3 0 0,37 147 0,-34-182 0,-3-16 0,8 54 0,-16-72 0,0-1 0,-1 1 0,0-1 0,-1 1 0,0-1 0,-1 0 0,0 1 0,0-1 0,-5 11 0,-37 74 0,8-19 0,3 7-100,3 2 0,-27 124 0,-4 182-5880,50-273 4069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5:51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24575,'0'2'0,"0"1"0,1-1 0,-1 0 0,1 0 0,0 0 0,-1 0 0,1 0 0,0 0 0,2 3 0,5 12 0,5 19 0,9 47 0,-13-45 0,30 120 0,-31-125 0,222 822 0,-223-834 0,-2-4 0,0 0 0,1-1 0,1 1 0,15 25 0,-21-41 0,-1 0 0,1 0 0,0 0 0,-1 0 0,1 0 0,0 0 0,0 0 0,0 0 0,0-1 0,0 1 0,-1 0 0,1-1 0,1 1 0,-1-1 0,0 1 0,0-1 0,0 1 0,0-1 0,2 1 0,-1-1 0,0-1 0,-1 1 0,1 0 0,-1-1 0,1 1 0,0-1 0,-1 0 0,1 1 0,-1-1 0,0 0 0,1 0 0,-1 0 0,2-1 0,16-14 0,25-27 0,-12 10 0,568-495 121,-9 7-1607,-526 457-5340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29:17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23513,'2000'3297'0,"-2015"-3473"0,30 352 0,-165-270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8:08:12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 0 24575,'4'5'0,"-1"0"0,0 0 0,0 0 0,0 0 0,0 0 0,-1 1 0,0-1 0,3 12 0,-1-5 0,14 52 0,17 104 0,-6 67 0,-17-128 0,69 445 0,11 100 0,-68-357 0,-22-4 0,-2-269 0,-2-1 0,-1 0 0,-10 38 0,12-53 0,-1-1 0,0 0 0,0 0 0,0 0 0,-1 0 0,0-1 0,0 1 0,0-1 0,0 1 0,-1-1 0,1 0 0,-1 0 0,0-1 0,0 1 0,-1-1 0,1 0 0,-1 0 0,0-1 0,0 1 0,-6 2 0,-91 27 0,-49 18 0,123-39 0,0 0 0,-36 10 0,57-19 0,0 0 0,0-1 0,-1 0 0,1 0 0,0-1 0,-1 0 0,1 0 0,-1-1 0,1 0 0,-10-2 0,13 1 0,0 1 0,1-1 0,-1 0 0,1 0 0,-1 0 0,1 0 0,0-1 0,0 1 0,0-1 0,0 0 0,1 0 0,-1 0 0,1 0 0,0 0 0,0-1 0,0 1 0,0-1 0,0 1 0,1-1 0,-1 0 0,-1-7 0,0-4 0,0-1 0,1 0 0,1-31 0,1 8 0,1 18 0,-1 0 0,-1 0 0,-6-35 0,4 46 0,4 15 0,6 19 0,49 84 0,4 6 0,-38-61 0,-3 0 0,15 64 0,-32-106 0,1 0 0,7 19 0,-8-25 0,1-1 0,-1 1 0,1-1 0,0 0 0,0 0 0,1 0 0,-1 0 0,8 5 0,9 7 0,0-2 0,1 0 0,1-1 0,1-1 0,-1-1 0,47 14 0,-63-23 0,1 0 0,-1 0 0,1-1 0,0 0 0,0-1 0,7 0 0,-10 0 0,-1 0 0,1-1 0,-1 0 0,1 0 0,-1 0 0,1 0 0,-1 0 0,0-1 0,0 0 0,0 1 0,0-1 0,0 0 0,5-4 0,9-12 0,-1-1 0,0 0 0,-1-1 0,14-26 0,9-12 0,254-320 0,-243 324-1365,-9 14-5461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8:09:00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24575,'49'163'0,"-17"-53"0,53 171 0,31 81-431,321 831-1892,-298-873 2406,299 497 0,-227-494-83,-7-39 2,429 474 13,44-60-16,-433-455 1,-38-42 0,-47-50 0,-148-141 0,24 23 0,1-1 0,1-3 0,43 27 0,-60-45 52,1-1 1,1-1 0,-1-1-1,44 10 1,-58-17 2,117 34 1218,60 24-955,532 215-59,-239-88-1789,-333-133-4727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8:09:02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2299 23942,'5729'-2298'0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8:09:04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24575,'4'3'0,"-1"-1"0,0 0 0,0 0 0,1 0 0,-1-1 0,1 1 0,0-1 0,4 1 0,7 3 0,334 125 0,-345-129 0,0 0 0,0 1 0,0 0 0,0 0 0,0 0 0,-1 0 0,1 1 0,-1-1 0,0 1 0,3 3 0,-4-3 0,0 0 0,0 0 0,0 0 0,0 0 0,-1 0 0,0 0 0,1 1 0,-1-1 0,0 0 0,-1 1 0,1-1 0,-1 1 0,1 3 0,-1 18 0,-2 0 0,0-1 0,-9 43 0,8-51 0,-132 506 0,97-393-1365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開場。這是雲端與 AI Agent 期末專題的選題說明。核心一句話：所有成品都要真的跑在 AWS 上，AI 題走 LangChain / Agentic AI。保底題是 CS 伺服器與 WordPress。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快速預告流程：先講規則與評分，再一題一題看題目，最後講怎麼選題與繳交。大約 45–60 分鐘。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這三條是不能違反的。鐵則一：一定要落地 AWS，本地 VM 只能練習。鐵則二：完成 Tier 0 任一題且能跑+架構達標就及格，先求有再求好。鐵則三：費用，一定要設 Budgets 告警、Demo 完 terminate、千萬別加入 AWS Organizations。</a:t>
            </a:r>
            <a:endParaRPr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總分 100，五個維度。前兩個是保底核心，達標就及格門檻；後三個是往上加分。強調維度①能跑起來配分最高 30 分——Demo 現場一定要真的跑得起來。</a:t>
            </a:r>
            <a:endParaRPr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我知道我們會一關挑戰換一關</a:t>
            </a:r>
            <a:endParaRPr lang="en-US" altLang="zh-TW" dirty="0"/>
          </a:p>
          <a:p>
            <a:r>
              <a:rPr lang="zh-TW" altLang="en-US" dirty="0"/>
              <a:t>我知道我要寫文件  內容至少要有成功截圖 網路截圖 架構圖      其他都是加分項 </a:t>
            </a:r>
            <a:endParaRPr lang="en-US" altLang="zh-TW" dirty="0"/>
          </a:p>
          <a:p>
            <a:r>
              <a:rPr lang="zh-TW" altLang="en-US" dirty="0"/>
              <a:t>我知道我們會用</a:t>
            </a:r>
            <a:r>
              <a:rPr lang="en-US" altLang="zh-TW" dirty="0" err="1"/>
              <a:t>aws</a:t>
            </a:r>
            <a:r>
              <a:rPr lang="en-US" altLang="zh-TW" dirty="0"/>
              <a:t> config </a:t>
            </a:r>
            <a:r>
              <a:rPr lang="zh-TW" altLang="en-US" dirty="0"/>
              <a:t>輸出設定</a:t>
            </a:r>
            <a:r>
              <a:rPr lang="en-US" altLang="zh-TW" dirty="0"/>
              <a:t>-&gt; </a:t>
            </a:r>
            <a:r>
              <a:rPr lang="zh-TW" altLang="en-US" dirty="0"/>
              <a:t>做成</a:t>
            </a:r>
            <a:r>
              <a:rPr lang="en-US" altLang="zh-TW" dirty="0"/>
              <a:t>ai-agent</a:t>
            </a:r>
          </a:p>
          <a:p>
            <a:r>
              <a:rPr lang="zh-TW" altLang="en-US" dirty="0"/>
              <a:t>我知道我們要用</a:t>
            </a:r>
            <a:r>
              <a:rPr lang="en-US" altLang="zh-TW" dirty="0" err="1"/>
              <a:t>github</a:t>
            </a:r>
            <a:r>
              <a:rPr lang="zh-TW" altLang="en-US" dirty="0"/>
              <a:t>上船文件</a:t>
            </a:r>
            <a:r>
              <a:rPr lang="en-US" altLang="zh-TW" dirty="0"/>
              <a:t>-&gt; </a:t>
            </a:r>
            <a:r>
              <a:rPr lang="zh-TW" altLang="en-US" dirty="0"/>
              <a:t>填到老師的表單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35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這是整份專題的骨架：手動→容器化→自動構建→自動分發→跨雲。數字越大越難、配分空間越大。同學從保底題往上挑戰，停在哪一關就拿哪一關的分數。</a:t>
            </a: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題有兩條路線都可以：A 寫程式（LangChain/Python），B 低程式（Dify 或 Bedrock 拉流程）。評分一視同仁，看的是能不能跑+架構+有沒有落地 AWS，不是用哪種工具。</a:t>
            </a:r>
            <a:endParaRPr/>
          </a:p>
        </p:txBody>
      </p:sp>
      <p:sp>
        <p:nvSpPr>
          <p:cNvPr id="172" name="Google Shape;1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非常重要，講慢一點。開帳第一件事就是設 Budgets 告警。用最小規格、Demo 完立刻 terminate。特別點名：別用 OpenSearch Serverless（最低消很高），改 Aurora pgvector；千萬別 join AWS Organizations，額度會瞬間歸零。</a:t>
            </a:r>
            <a:endParaRPr/>
          </a:p>
        </p:txBody>
      </p:sp>
      <p:sp>
        <p:nvSpPr>
          <p:cNvPr id="203" name="Google Shape;2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進入最後一段：不管挑哪一題，每個人交給我的東西格式都一樣，共五項。接著先講規格，再用 WordPress 那題帶一份完整範例，讓大家照著做。</a:t>
            </a:r>
            <a:endParaRPr/>
          </a:p>
        </p:txBody>
      </p:sp>
      <p:sp>
        <p:nvSpPr>
          <p:cNvPr id="1121" name="Google Shape;112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940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9" name="Google Shape;112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這五項是每個人都要交的。① 題目：一句話講清楚做什麼、解決誰的問題。② 系統架構：一張圖，把組件、網段、資料流向標出來。③ 預期成效：做完能達成什麼、學到什麼能力。④ 甘特圖時程：把任務拆開、排到每一週、標出里程碑。⑤ 檢核點：抄題目卡上的『核心檢核點』，變成可逐條打勾的驗收清單。強調④⑤是這次新增、最重要，因為它讓你自己和我都知道進度到哪、算不算過。</a:t>
            </a:r>
            <a:endParaRPr/>
          </a:p>
        </p:txBody>
      </p:sp>
      <p:sp>
        <p:nvSpPr>
          <p:cNvPr id="1130" name="Google Shape;113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4490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8" name="Google Shape;117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用 P0-2 WordPress 帶一份範例的前三項。題目：一句話。系統架構：Internet 進來到 public 的 Web(EC2)，再到 private 的 RDS，DB 外網連不到。預期成效就照題目卡寫。請學生照這個顆粒度交，不用長篇大論，重點是講得清楚。</a:t>
            </a:r>
            <a:endParaRPr/>
          </a:p>
        </p:txBody>
      </p:sp>
      <p:sp>
        <p:nvSpPr>
          <p:cNvPr id="1179" name="Google Shape;117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944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1" name="Google Shape;124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範例後兩項。甘特圖：把整個專題拆成 7 個任務、排進 6 週，藍色是設計、橘色是建置、綠色是測試與交付。下面四個菱形是里程碑，也就是檢核點該完成的時間點。右邊把檢核點列成可打勾清單，這就是 Demo 當天逐條驗收用的。請學生務必交這張甘特圖，卡進度時我們一眼就看得出來。</a:t>
            </a:r>
            <a:endParaRPr/>
          </a:p>
        </p:txBody>
      </p:sp>
      <p:sp>
        <p:nvSpPr>
          <p:cNvPr id="1242" name="Google Shape;124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5034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0" name="Google Shape;131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收尾一句話：先求有再求好。開帳號→設 Budgets→挑一題→讓它真的跑起來。有問題隨時問。</a:t>
            </a:r>
            <a:endParaRPr/>
          </a:p>
        </p:txBody>
      </p:sp>
      <p:sp>
        <p:nvSpPr>
          <p:cNvPr id="1311" name="Google Shape;1311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571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講這一</a:t>
            </a:r>
            <a:r>
              <a:rPr lang="en-US" altLang="zh-TW" dirty="0"/>
              <a:t>part</a:t>
            </a:r>
            <a:r>
              <a:rPr lang="zh-TW" altLang="en-US" dirty="0"/>
              <a:t>是為了讓妳知道 妳做完了全部題目</a:t>
            </a:r>
            <a:r>
              <a:rPr lang="en-US" altLang="zh-TW" dirty="0"/>
              <a:t>-&gt; </a:t>
            </a:r>
            <a:r>
              <a:rPr lang="zh-TW" altLang="en-US" dirty="0"/>
              <a:t>可以去想能不能多做什麼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4571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進入主線題目，總共 11 題，從 Tier 0 到 Tier 5。接下來一題一題看：情境、交付物、核心檢核點。</a:t>
            </a:r>
            <a:endParaRPr/>
          </a:p>
        </p:txBody>
      </p:sp>
      <p:sp>
        <p:nvSpPr>
          <p:cNvPr id="224" name="Google Shape;22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0 保底題。情境很有梗：下雨長輩不能出門，架 CS 伺服器室內連線。重點：單台 EC2 選型講得出理由、SG 只開必要埠、客戶端真的連得進去、綁 Elastic IP 重開機不變。　預期成效：獨立開一台 EC2、設安全群組與固定 IP，讓外部使用者穩定連線。　職場幫助：這是所有雲端維運的地基，日後架任何服務都用得到。</a:t>
            </a:r>
            <a:endParaRPr/>
          </a:p>
        </p:txBody>
      </p:sp>
      <p:sp>
        <p:nvSpPr>
          <p:cNvPr id="233" name="Google Shape;23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ji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0260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Tier 0 </a:t>
            </a:r>
            <a:r>
              <a:rPr lang="en-US" dirty="0" err="1"/>
              <a:t>多組件。重點是</a:t>
            </a:r>
            <a:r>
              <a:rPr lang="en-US" dirty="0"/>
              <a:t> Web 與 DB </a:t>
            </a:r>
            <a:r>
              <a:rPr lang="en-US" dirty="0" err="1"/>
              <a:t>分不同網段。DB</a:t>
            </a:r>
            <a:r>
              <a:rPr lang="en-US" dirty="0"/>
              <a:t> 放 </a:t>
            </a:r>
            <a:r>
              <a:rPr lang="en-US" dirty="0" err="1"/>
              <a:t>private、外網連不到是最能驗證真的懂分離的一條。發文重整後還在，代表真的寫進</a:t>
            </a:r>
            <a:r>
              <a:rPr lang="en-US" dirty="0"/>
              <a:t> DB。　</a:t>
            </a:r>
            <a:r>
              <a:rPr lang="en-US" dirty="0" err="1"/>
              <a:t>預期成效：用</a:t>
            </a:r>
            <a:r>
              <a:rPr lang="en-US" dirty="0"/>
              <a:t> VPC </a:t>
            </a:r>
            <a:r>
              <a:rPr lang="en-US" dirty="0" err="1"/>
              <a:t>切公私網段，把應用與資料庫分層部署並串好安全群組</a:t>
            </a:r>
            <a:r>
              <a:rPr lang="en-US" dirty="0"/>
              <a:t>。　</a:t>
            </a:r>
            <a:r>
              <a:rPr lang="en-US" dirty="0" err="1"/>
              <a:t>職場幫助</a:t>
            </a:r>
            <a:r>
              <a:rPr lang="en-US" dirty="0"/>
              <a:t>：「Web </a:t>
            </a:r>
            <a:r>
              <a:rPr lang="en-US" dirty="0" err="1"/>
              <a:t>對外、DB</a:t>
            </a:r>
            <a:r>
              <a:rPr lang="en-US" dirty="0"/>
              <a:t> </a:t>
            </a:r>
            <a:r>
              <a:rPr lang="en-US" dirty="0" err="1"/>
              <a:t>藏起來」是企業系統與資安稽核的第一道底線</a:t>
            </a:r>
            <a:r>
              <a:rPr lang="en-US" dirty="0"/>
              <a:t>。</a:t>
            </a:r>
            <a:endParaRPr dirty="0"/>
          </a:p>
        </p:txBody>
      </p:sp>
      <p:sp>
        <p:nvSpPr>
          <p:cNvPr id="290" name="Google Shape;29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5EF79-05BE-6D6E-E387-FB1708E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73B598-E8DD-E712-942B-C29749428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026607-015D-2298-D89D-33D4165DA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我知道專題二  </a:t>
            </a:r>
            <a:endParaRPr lang="en-US" altLang="zh-TW" dirty="0"/>
          </a:p>
          <a:p>
            <a:r>
              <a:rPr lang="zh-TW" altLang="en-US" dirty="0"/>
              <a:t> 網路切割 多組件交互  資料庫安全</a:t>
            </a:r>
            <a:endParaRPr lang="en-US" altLang="zh-TW" dirty="0"/>
          </a:p>
          <a:p>
            <a:r>
              <a:rPr lang="zh-TW" altLang="en-US" dirty="0"/>
              <a:t>未來可以延伸成高併發架構題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15D3ED-8A04-76EB-7E9A-7512C29B54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79708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1 在 P0-1 之上加一支 LangChain 維運 Agent（AIOps）。重點：故意弄掛服務，Agent 能白話講出哪裡掛+建議動作，完整跑一次偵測→判讀→處置，且 Agent 也要跑在 AWS 上。　預期成效：做出會讀 log、判讀故障、給處置建議的 AI 維運助手（AIOps）。　職場幫助：把值班最花時間的「哪裡掛了」自動化，大幅降低故障排除時間。</a:t>
            </a:r>
            <a:endParaRPr/>
          </a:p>
        </p:txBody>
      </p:sp>
      <p:sp>
        <p:nvSpPr>
          <p:cNvPr id="350" name="Google Shape;35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EB05-4455-8C7A-765C-9208B4E92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2F6BA1-AB92-F726-EF46-C320391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E8A398-E089-C3FD-923A-4E20294BD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Log </a:t>
            </a:r>
            <a:r>
              <a:rPr lang="zh-TW" altLang="en-US" dirty="0"/>
              <a:t>交給 </a:t>
            </a:r>
            <a:r>
              <a:rPr lang="en-US" altLang="zh-TW" dirty="0"/>
              <a:t>ai </a:t>
            </a:r>
            <a:r>
              <a:rPr lang="zh-TW" altLang="en-US" dirty="0"/>
              <a:t>做監控 這個技術議題 現在夯不夯 可不可行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如何蒐集</a:t>
            </a:r>
            <a:r>
              <a:rPr lang="en-US" altLang="zh-TW" dirty="0"/>
              <a:t>log -&gt; </a:t>
            </a:r>
            <a:r>
              <a:rPr lang="en-US" altLang="zh-TW" dirty="0" err="1"/>
              <a:t>cloudwatch</a:t>
            </a:r>
            <a:r>
              <a:rPr lang="en-US" altLang="zh-TW" dirty="0"/>
              <a:t> logs</a:t>
            </a:r>
          </a:p>
          <a:p>
            <a:r>
              <a:rPr lang="zh-TW" altLang="en-US" dirty="0"/>
              <a:t>我想把蒐集回來的</a:t>
            </a:r>
            <a:r>
              <a:rPr lang="en-US" altLang="zh-TW" dirty="0"/>
              <a:t>log </a:t>
            </a:r>
            <a:r>
              <a:rPr lang="zh-TW" altLang="en-US" dirty="0"/>
              <a:t>做視覺化 </a:t>
            </a:r>
            <a:r>
              <a:rPr lang="en-US" altLang="zh-TW" dirty="0"/>
              <a:t>-&gt;  filter -&gt; metric -&gt; dashboard</a:t>
            </a:r>
          </a:p>
          <a:p>
            <a:r>
              <a:rPr lang="zh-TW" altLang="en-US" dirty="0"/>
              <a:t>我想把蒐集回來的</a:t>
            </a:r>
            <a:r>
              <a:rPr lang="en-US" altLang="zh-TW" dirty="0"/>
              <a:t>log</a:t>
            </a:r>
            <a:r>
              <a:rPr lang="zh-TW" altLang="en-US" dirty="0"/>
              <a:t>交給</a:t>
            </a:r>
            <a:r>
              <a:rPr lang="en-US" altLang="zh-TW" dirty="0"/>
              <a:t>ai</a:t>
            </a:r>
            <a:r>
              <a:rPr lang="zh-TW" altLang="en-US" dirty="0"/>
              <a:t>分析 </a:t>
            </a:r>
            <a:r>
              <a:rPr lang="en-US" altLang="zh-TW" dirty="0"/>
              <a:t>-&gt; </a:t>
            </a:r>
            <a:r>
              <a:rPr lang="en-US" altLang="zh-TW" dirty="0" err="1"/>
              <a:t>cloudwatch</a:t>
            </a:r>
            <a:r>
              <a:rPr lang="en-US" altLang="zh-TW" dirty="0"/>
              <a:t> </a:t>
            </a:r>
            <a:r>
              <a:rPr lang="zh-TW" altLang="en-US" dirty="0"/>
              <a:t>的</a:t>
            </a:r>
            <a:r>
              <a:rPr lang="en-US" altLang="zh-TW" dirty="0"/>
              <a:t>ai </a:t>
            </a:r>
            <a:r>
              <a:rPr lang="zh-TW" altLang="en-US" dirty="0"/>
              <a:t>監控 </a:t>
            </a:r>
            <a:r>
              <a:rPr lang="en-US" altLang="zh-TW" dirty="0"/>
              <a:t>=&gt;</a:t>
            </a:r>
            <a:r>
              <a:rPr lang="zh-TW" altLang="en-US" dirty="0"/>
              <a:t> </a:t>
            </a:r>
            <a:r>
              <a:rPr lang="en-US" altLang="zh-TW" dirty="0"/>
              <a:t>(option) python </a:t>
            </a:r>
            <a:r>
              <a:rPr lang="zh-TW" altLang="en-US" dirty="0"/>
              <a:t>寫</a:t>
            </a:r>
            <a:r>
              <a:rPr lang="en-US" altLang="zh-TW" dirty="0"/>
              <a:t>lang chain </a:t>
            </a:r>
            <a:r>
              <a:rPr lang="zh-TW" altLang="en-US" dirty="0"/>
              <a:t>的程式碼做</a:t>
            </a:r>
            <a:r>
              <a:rPr lang="en-US" altLang="zh-TW" dirty="0"/>
              <a:t>log</a:t>
            </a:r>
            <a:r>
              <a:rPr lang="zh-TW" altLang="en-US" dirty="0"/>
              <a:t>監控 </a:t>
            </a:r>
            <a:r>
              <a:rPr lang="en-US" altLang="zh-TW" dirty="0"/>
              <a:t>=&gt;</a:t>
            </a:r>
            <a:r>
              <a:rPr lang="zh-TW" altLang="en-US" dirty="0"/>
              <a:t> </a:t>
            </a:r>
            <a:r>
              <a:rPr lang="en-US" altLang="zh-TW" dirty="0"/>
              <a:t>(option) </a:t>
            </a:r>
            <a:r>
              <a:rPr lang="en-US" altLang="zh-TW" dirty="0" err="1"/>
              <a:t>dify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F11FEF-D5E3-FCBD-F0D4-C55F916E29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3579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跟 P1-1 對稱，只是對象換成 WordPress。重現網站 500 或 DB 連不上，Agent 要能定位並給建議。　預期成效：讓 AI 定位網站 500／DB 連線問題並提出修復步驟。　職場幫助：支援線第一時間就能自助排障，減少工程師被半夜叫醒。</a:t>
            </a:r>
            <a:endParaRPr/>
          </a:p>
        </p:txBody>
      </p:sp>
      <p:sp>
        <p:nvSpPr>
          <p:cNvPr id="406" name="Google Shape;4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E8FF-0711-0AE9-40DD-058FCCA7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985B1F-65A0-A5E6-AEDD-1DFAC4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14566C-8933-137E-BDE3-2DF13DADD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蒐集</a:t>
            </a:r>
            <a:r>
              <a:rPr lang="en-US" altLang="zh-TW" dirty="0"/>
              <a:t>log</a:t>
            </a:r>
            <a:r>
              <a:rPr lang="zh-TW" altLang="en-US" dirty="0"/>
              <a:t>回</a:t>
            </a:r>
            <a:r>
              <a:rPr lang="en-US" altLang="zh-TW" dirty="0" err="1"/>
              <a:t>aws</a:t>
            </a:r>
            <a:r>
              <a:rPr lang="zh-TW" altLang="en-US" dirty="0"/>
              <a:t>，用</a:t>
            </a:r>
            <a:r>
              <a:rPr lang="en-US" altLang="zh-TW" dirty="0"/>
              <a:t>AI</a:t>
            </a:r>
            <a:r>
              <a:rPr lang="zh-TW" altLang="en-US" dirty="0"/>
              <a:t>做監控</a:t>
            </a:r>
            <a:endParaRPr lang="en-US" altLang="zh-TW" dirty="0"/>
          </a:p>
          <a:p>
            <a:r>
              <a:rPr lang="zh-TW" altLang="en-US" dirty="0"/>
              <a:t>新</a:t>
            </a:r>
            <a:r>
              <a:rPr lang="en-US" altLang="zh-TW" dirty="0"/>
              <a:t>-</a:t>
            </a:r>
            <a:r>
              <a:rPr lang="zh-TW" altLang="en-US" dirty="0"/>
              <a:t>請</a:t>
            </a:r>
            <a:r>
              <a:rPr lang="en-US" altLang="zh-TW" dirty="0"/>
              <a:t>AI</a:t>
            </a:r>
            <a:r>
              <a:rPr lang="zh-TW" altLang="en-US" dirty="0"/>
              <a:t> 重新幫我們做事 重開</a:t>
            </a:r>
            <a:r>
              <a:rPr lang="en-US" altLang="zh-TW" dirty="0"/>
              <a:t>ec2</a:t>
            </a:r>
          </a:p>
          <a:p>
            <a:endParaRPr lang="en-US" altLang="zh-TW" dirty="0"/>
          </a:p>
          <a:p>
            <a:r>
              <a:rPr lang="zh-TW" altLang="en-US" dirty="0"/>
              <a:t>未來 有很多解法，我們可以判斷</a:t>
            </a:r>
            <a:r>
              <a:rPr lang="en-US" altLang="zh-TW" dirty="0"/>
              <a:t>ai</a:t>
            </a:r>
            <a:r>
              <a:rPr lang="zh-TW" altLang="en-US" dirty="0"/>
              <a:t>講什麼，選擇一條路徑，請</a:t>
            </a:r>
            <a:r>
              <a:rPr lang="en-US" altLang="zh-TW" dirty="0"/>
              <a:t>ai</a:t>
            </a:r>
            <a:r>
              <a:rPr lang="zh-TW" altLang="en-US" dirty="0"/>
              <a:t>去做</a:t>
            </a:r>
            <a:endParaRPr lang="en-US" altLang="zh-TW" dirty="0"/>
          </a:p>
          <a:p>
            <a:r>
              <a:rPr lang="zh-TW" altLang="en-US" dirty="0"/>
              <a:t>會有同學用非課程做法，沒有關係，要知道那條作法的副作用與成本</a:t>
            </a:r>
            <a:endParaRPr lang="en-US" altLang="zh-TW" dirty="0"/>
          </a:p>
          <a:p>
            <a:r>
              <a:rPr lang="en-US" altLang="zh-TW" dirty="0"/>
              <a:t>ai</a:t>
            </a:r>
            <a:r>
              <a:rPr lang="zh-TW" altLang="en-US" dirty="0"/>
              <a:t>做，我們背鍋</a:t>
            </a:r>
            <a:endParaRPr lang="en-US" altLang="zh-TW" dirty="0"/>
          </a:p>
          <a:p>
            <a:r>
              <a:rPr lang="en-US" altLang="zh-TW" dirty="0"/>
              <a:t>Amazon Q</a:t>
            </a:r>
          </a:p>
          <a:p>
            <a:r>
              <a:rPr lang="zh-TW" altLang="en-US" dirty="0"/>
              <a:t>自行寫一個程式</a:t>
            </a:r>
            <a:r>
              <a:rPr lang="en-US" altLang="zh-TW" dirty="0"/>
              <a:t>-&gt; </a:t>
            </a:r>
            <a:r>
              <a:rPr lang="zh-TW" altLang="en-US" dirty="0"/>
              <a:t>部署到</a:t>
            </a:r>
            <a:r>
              <a:rPr lang="en-US" altLang="zh-TW" dirty="0"/>
              <a:t>ec2/lambda -&gt; AI </a:t>
            </a:r>
            <a:r>
              <a:rPr lang="zh-TW" altLang="en-US" dirty="0"/>
              <a:t>去</a:t>
            </a:r>
            <a:r>
              <a:rPr lang="en-US" altLang="zh-TW" dirty="0"/>
              <a:t>call ec2 or lambda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B349B7-494C-F4E1-4E66-375FD88A0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35072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不開 22 port、不架跳板機，用 Systems Manager 從瀏覽器管理 EC2。重點：Session Manager 全程不開 22、Run Command 批次下指令、金鑰放 Parameter Store/Secrets。　預期成效：不開 SSH、不架跳板機，就能安全管理整批主機。　職場幫助：企業資安普遍要求「零對外 SSH」，SSM 是過稽核又好管的正解。</a:t>
            </a:r>
            <a:endParaRPr/>
          </a:p>
        </p:txBody>
      </p:sp>
      <p:sp>
        <p:nvSpPr>
          <p:cNvPr id="462" name="Google Shape;46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6FF8-2E99-7FD1-624F-6623F1D7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48242-4989-8F6A-810F-F8EDFB7E7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991CDA-2E70-9BF2-3D31-A4A607300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我知道專題二  </a:t>
            </a:r>
            <a:endParaRPr lang="en-US" altLang="zh-TW" dirty="0"/>
          </a:p>
          <a:p>
            <a:r>
              <a:rPr lang="zh-TW" altLang="en-US" dirty="0"/>
              <a:t> 網路切割 多組件交互  資料庫安全</a:t>
            </a:r>
            <a:endParaRPr lang="en-US" altLang="zh-TW" dirty="0"/>
          </a:p>
          <a:p>
            <a:r>
              <a:rPr lang="zh-TW" altLang="en-US" dirty="0"/>
              <a:t>未來可以延伸成高併發架構題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同時有一百台機器壞掉了，妳得連幾次 </a:t>
            </a:r>
            <a:r>
              <a:rPr lang="en-US" altLang="zh-TW" dirty="0"/>
              <a:t>=&gt;</a:t>
            </a:r>
            <a:r>
              <a:rPr lang="zh-TW" altLang="en-US" dirty="0"/>
              <a:t> </a:t>
            </a:r>
            <a:r>
              <a:rPr lang="en-US" altLang="zh-TW" dirty="0"/>
              <a:t>0</a:t>
            </a:r>
            <a:r>
              <a:rPr lang="zh-TW" altLang="en-US" dirty="0"/>
              <a:t>次，公司開除妳了</a:t>
            </a:r>
            <a:endParaRPr lang="en-US" altLang="zh-TW" dirty="0"/>
          </a:p>
          <a:p>
            <a:r>
              <a:rPr lang="en-US" altLang="zh-TW" dirty="0"/>
              <a:t>AWS GCP AZURE </a:t>
            </a:r>
            <a:r>
              <a:rPr lang="zh-TW" altLang="en-US" dirty="0"/>
              <a:t>的遠端集中管理虛擬機的解決方案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我知道我要用遠端集中管理虛擬機的方案</a:t>
            </a:r>
            <a:r>
              <a:rPr lang="en-US" altLang="zh-TW" dirty="0"/>
              <a:t>-</a:t>
            </a:r>
            <a:r>
              <a:rPr lang="en-US" altLang="zh-TW" dirty="0" err="1"/>
              <a:t>ssm</a:t>
            </a:r>
            <a:r>
              <a:rPr lang="zh-TW" altLang="en-US" dirty="0"/>
              <a:t>去管理我的雲端多組件</a:t>
            </a:r>
            <a:endParaRPr lang="en-US" altLang="zh-TW" dirty="0"/>
          </a:p>
          <a:p>
            <a:r>
              <a:rPr lang="zh-TW" altLang="en-US" dirty="0"/>
              <a:t>如果吃飽太閒，我會結合</a:t>
            </a:r>
            <a:r>
              <a:rPr lang="en-US" altLang="zh-TW" dirty="0"/>
              <a:t>ai-agent </a:t>
            </a:r>
            <a:r>
              <a:rPr lang="zh-TW" altLang="en-US" dirty="0"/>
              <a:t>去對 </a:t>
            </a:r>
            <a:r>
              <a:rPr lang="en-US" altLang="zh-TW" dirty="0" err="1"/>
              <a:t>ssm</a:t>
            </a:r>
            <a:r>
              <a:rPr lang="zh-TW" altLang="en-US" dirty="0"/>
              <a:t>做操作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64D60-DC3D-ED2C-CA11-0914D27D0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45873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讓 AI IDE </a:t>
            </a:r>
            <a:r>
              <a:rPr lang="en-US" dirty="0" err="1"/>
              <a:t>直接操作</a:t>
            </a:r>
            <a:r>
              <a:rPr lang="en-US" dirty="0"/>
              <a:t> </a:t>
            </a:r>
            <a:r>
              <a:rPr lang="en-US" dirty="0" err="1"/>
              <a:t>AWS，串官方</a:t>
            </a:r>
            <a:r>
              <a:rPr lang="en-US" dirty="0"/>
              <a:t> </a:t>
            </a:r>
            <a:r>
              <a:rPr lang="en-US" dirty="0" err="1"/>
              <a:t>awslabs</a:t>
            </a:r>
            <a:r>
              <a:rPr lang="en-US" dirty="0"/>
              <a:t>/</a:t>
            </a:r>
            <a:r>
              <a:rPr lang="en-US" dirty="0" err="1"/>
              <a:t>mcp。重點：成功連上至少一個官方</a:t>
            </a:r>
            <a:r>
              <a:rPr lang="en-US" dirty="0"/>
              <a:t> MCP </a:t>
            </a:r>
            <a:r>
              <a:rPr lang="en-US" dirty="0" err="1"/>
              <a:t>Server、用自然語言查真實資源、說得出</a:t>
            </a:r>
            <a:r>
              <a:rPr lang="en-US" dirty="0"/>
              <a:t> MCP 的 1:1 </a:t>
            </a:r>
            <a:r>
              <a:rPr lang="en-US" dirty="0" err="1"/>
              <a:t>連線原理、憑證走最小權限。原理不難，可講一小時</a:t>
            </a:r>
            <a:r>
              <a:rPr lang="en-US" dirty="0"/>
              <a:t>。　</a:t>
            </a:r>
            <a:r>
              <a:rPr lang="en-US" dirty="0" err="1"/>
              <a:t>預期成效：讓</a:t>
            </a:r>
            <a:r>
              <a:rPr lang="en-US" dirty="0"/>
              <a:t> AI IDE </a:t>
            </a:r>
            <a:r>
              <a:rPr lang="en-US" dirty="0" err="1"/>
              <a:t>用自然語言直接查詢、操作真實的雲端資源</a:t>
            </a:r>
            <a:r>
              <a:rPr lang="en-US" dirty="0"/>
              <a:t>。　</a:t>
            </a:r>
            <a:r>
              <a:rPr lang="en-US" dirty="0" err="1"/>
              <a:t>職場幫助：MCP</a:t>
            </a:r>
            <a:r>
              <a:rPr lang="en-US" dirty="0"/>
              <a:t> 是 AI </a:t>
            </a:r>
            <a:r>
              <a:rPr lang="en-US" dirty="0" err="1"/>
              <a:t>工具整合的關鍵協定，會接等於掌握下一代開發工作流</a:t>
            </a:r>
            <a:r>
              <a:rPr 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打開</a:t>
            </a:r>
            <a:r>
              <a:rPr lang="en-US" altLang="zh-TW" dirty="0"/>
              <a:t>google search  -&gt; antigravity ide -&gt; </a:t>
            </a:r>
            <a:r>
              <a:rPr lang="zh-TW" altLang="en-US" dirty="0"/>
              <a:t>下載安裝</a:t>
            </a:r>
            <a:r>
              <a:rPr lang="en-US" altLang="zh-TW" dirty="0"/>
              <a:t>-&gt; </a:t>
            </a:r>
            <a:r>
              <a:rPr lang="zh-TW" altLang="en-US" dirty="0"/>
              <a:t>開啟</a:t>
            </a:r>
            <a:r>
              <a:rPr lang="en-US" altLang="zh-TW" dirty="0"/>
              <a:t>-&gt; google </a:t>
            </a:r>
            <a:r>
              <a:rPr lang="zh-TW" altLang="en-US" dirty="0"/>
              <a:t>登入 </a:t>
            </a:r>
            <a:r>
              <a:rPr lang="en-US" altLang="zh-TW" dirty="0"/>
              <a:t>-&gt;</a:t>
            </a:r>
            <a:r>
              <a:rPr lang="zh-TW" altLang="en-US" dirty="0"/>
              <a:t>截圖 </a:t>
            </a:r>
            <a:r>
              <a:rPr lang="en-US" altLang="zh-TW" dirty="0"/>
              <a:t>-&gt; 6</a:t>
            </a:r>
            <a:r>
              <a:rPr lang="zh-TW" altLang="en-US" dirty="0"/>
              <a:t>位</a:t>
            </a:r>
            <a:r>
              <a:rPr lang="en-US" altLang="zh-TW" dirty="0"/>
              <a:t>-&gt; </a:t>
            </a:r>
            <a:r>
              <a:rPr lang="zh-TW" altLang="en-US" dirty="0"/>
              <a:t>正式上課</a:t>
            </a:r>
            <a:endParaRPr dirty="0"/>
          </a:p>
        </p:txBody>
      </p:sp>
      <p:sp>
        <p:nvSpPr>
          <p:cNvPr id="517" name="Google Shape;51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妳 </a:t>
            </a:r>
            <a:r>
              <a:rPr lang="en-US" altLang="zh-TW" dirty="0"/>
              <a:t>-&gt; </a:t>
            </a:r>
            <a:r>
              <a:rPr lang="zh-TW" altLang="en-US" dirty="0"/>
              <a:t>歸密 </a:t>
            </a:r>
            <a:r>
              <a:rPr lang="en-US" altLang="zh-TW" dirty="0"/>
              <a:t>-&gt; </a:t>
            </a:r>
            <a:r>
              <a:rPr lang="zh-TW" altLang="en-US" dirty="0"/>
              <a:t>對方的攻略手冊</a:t>
            </a:r>
            <a:r>
              <a:rPr lang="en-US" altLang="zh-TW" dirty="0"/>
              <a:t>-&gt; </a:t>
            </a:r>
            <a:r>
              <a:rPr lang="zh-TW" altLang="en-US" dirty="0"/>
              <a:t>對方</a:t>
            </a:r>
            <a:endParaRPr lang="en-US" altLang="zh-TW" dirty="0"/>
          </a:p>
          <a:p>
            <a:r>
              <a:rPr lang="zh-TW" altLang="en-US" dirty="0"/>
              <a:t>妳 </a:t>
            </a:r>
            <a:r>
              <a:rPr lang="en-US" altLang="zh-TW" dirty="0"/>
              <a:t>-&gt; ai-agent-&gt; </a:t>
            </a:r>
            <a:r>
              <a:rPr lang="zh-TW" altLang="en-US" dirty="0"/>
              <a:t>外部系統的</a:t>
            </a:r>
            <a:r>
              <a:rPr lang="en-US" altLang="zh-TW" dirty="0" err="1"/>
              <a:t>mcp</a:t>
            </a:r>
            <a:r>
              <a:rPr lang="zh-TW" altLang="en-US" dirty="0"/>
              <a:t>網址 </a:t>
            </a:r>
            <a:r>
              <a:rPr lang="en-US" altLang="zh-TW" dirty="0"/>
              <a:t>-&gt;</a:t>
            </a:r>
            <a:r>
              <a:rPr lang="zh-TW" altLang="en-US" dirty="0"/>
              <a:t>外部系統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25197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學長結訓 ，他把他的</a:t>
            </a:r>
            <a:r>
              <a:rPr lang="en-US" altLang="zh-TW" dirty="0" err="1"/>
              <a:t>aws</a:t>
            </a:r>
            <a:r>
              <a:rPr lang="en-US" altLang="zh-TW" dirty="0"/>
              <a:t> </a:t>
            </a:r>
            <a:r>
              <a:rPr lang="zh-TW" altLang="en-US" dirty="0"/>
              <a:t>系統 </a:t>
            </a:r>
            <a:r>
              <a:rPr lang="en-US" altLang="zh-TW" dirty="0"/>
              <a:t>-&gt;</a:t>
            </a:r>
            <a:r>
              <a:rPr lang="zh-TW" altLang="en-US" dirty="0"/>
              <a:t>做成</a:t>
            </a:r>
            <a:r>
              <a:rPr lang="en-US" altLang="zh-TW" dirty="0" err="1"/>
              <a:t>mcp</a:t>
            </a:r>
            <a:endParaRPr lang="en-US" altLang="zh-TW" dirty="0"/>
          </a:p>
          <a:p>
            <a:r>
              <a:rPr lang="zh-TW" altLang="en-US" dirty="0"/>
              <a:t>妳是面試官，他只給妳</a:t>
            </a:r>
            <a:r>
              <a:rPr lang="en-US" altLang="zh-TW" dirty="0" err="1"/>
              <a:t>mcp</a:t>
            </a:r>
            <a:r>
              <a:rPr lang="zh-TW" altLang="en-US" dirty="0"/>
              <a:t>網址，妳必須了解他的作品</a:t>
            </a:r>
            <a:endParaRPr lang="en-US" altLang="zh-TW" dirty="0"/>
          </a:p>
          <a:p>
            <a:r>
              <a:rPr lang="zh-TW" altLang="en-US" dirty="0"/>
              <a:t>    </a:t>
            </a:r>
            <a:endParaRPr lang="en-US" altLang="zh-TW" dirty="0"/>
          </a:p>
          <a:p>
            <a:r>
              <a:rPr lang="zh-TW" altLang="en-US" dirty="0"/>
              <a:t>我們等一下，要用</a:t>
            </a:r>
            <a:r>
              <a:rPr lang="en-US" altLang="zh-TW" dirty="0"/>
              <a:t>ai</a:t>
            </a:r>
            <a:r>
              <a:rPr lang="zh-TW" altLang="en-US" dirty="0"/>
              <a:t> 去了解學長的作品，學長有提供</a:t>
            </a:r>
            <a:r>
              <a:rPr lang="en-US" altLang="zh-TW" dirty="0" err="1"/>
              <a:t>mcp</a:t>
            </a:r>
            <a:r>
              <a:rPr lang="zh-TW" altLang="en-US" dirty="0"/>
              <a:t>網址，我們要讓我們的</a:t>
            </a:r>
            <a:r>
              <a:rPr lang="en-US" altLang="zh-TW" dirty="0"/>
              <a:t>ai </a:t>
            </a:r>
            <a:r>
              <a:rPr lang="zh-TW" altLang="en-US" dirty="0"/>
              <a:t>知道學長的</a:t>
            </a:r>
            <a:r>
              <a:rPr lang="en-US" altLang="zh-TW" dirty="0" err="1"/>
              <a:t>mcp</a:t>
            </a:r>
            <a:r>
              <a:rPr lang="zh-TW" altLang="en-US" dirty="0"/>
              <a:t>網址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8713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D416-BBA2-1448-CEFB-5AD3F591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250E948-7275-6918-728D-5CDEC0898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9C623E-9551-8C4D-5133-B4A950AF3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學長結訓 ，他把他的</a:t>
            </a:r>
            <a:r>
              <a:rPr lang="en-US" altLang="zh-TW" dirty="0" err="1"/>
              <a:t>aws</a:t>
            </a:r>
            <a:r>
              <a:rPr lang="en-US" altLang="zh-TW" dirty="0"/>
              <a:t> </a:t>
            </a:r>
            <a:r>
              <a:rPr lang="zh-TW" altLang="en-US" dirty="0"/>
              <a:t>系統 </a:t>
            </a:r>
            <a:r>
              <a:rPr lang="en-US" altLang="zh-TW" dirty="0"/>
              <a:t>-&gt;</a:t>
            </a:r>
            <a:r>
              <a:rPr lang="zh-TW" altLang="en-US" dirty="0"/>
              <a:t>做成</a:t>
            </a:r>
            <a:r>
              <a:rPr lang="en-US" altLang="zh-TW" dirty="0" err="1"/>
              <a:t>mcp</a:t>
            </a:r>
            <a:endParaRPr lang="en-US" altLang="zh-TW" dirty="0"/>
          </a:p>
          <a:p>
            <a:r>
              <a:rPr lang="zh-TW" altLang="en-US" dirty="0"/>
              <a:t>妳是面試官，他只給妳</a:t>
            </a:r>
            <a:r>
              <a:rPr lang="en-US" altLang="zh-TW" dirty="0" err="1"/>
              <a:t>mcp</a:t>
            </a:r>
            <a:r>
              <a:rPr lang="zh-TW" altLang="en-US" dirty="0"/>
              <a:t>網址，妳必須了解他的作品</a:t>
            </a:r>
            <a:endParaRPr lang="en-US" altLang="zh-TW" dirty="0"/>
          </a:p>
          <a:p>
            <a:r>
              <a:rPr lang="zh-TW" altLang="en-US" dirty="0"/>
              <a:t>    </a:t>
            </a:r>
            <a:endParaRPr lang="en-US" altLang="zh-TW" dirty="0"/>
          </a:p>
          <a:p>
            <a:r>
              <a:rPr lang="zh-TW" altLang="en-US" dirty="0"/>
              <a:t>我們等一下，要用</a:t>
            </a:r>
            <a:r>
              <a:rPr lang="en-US" altLang="zh-TW" dirty="0"/>
              <a:t>ai</a:t>
            </a:r>
            <a:r>
              <a:rPr lang="zh-TW" altLang="en-US" dirty="0"/>
              <a:t> 去了解學長的作品，學長有提供</a:t>
            </a:r>
            <a:r>
              <a:rPr lang="en-US" altLang="zh-TW" dirty="0" err="1"/>
              <a:t>mcp</a:t>
            </a:r>
            <a:r>
              <a:rPr lang="zh-TW" altLang="en-US" dirty="0"/>
              <a:t>網址，我們要讓我們的</a:t>
            </a:r>
            <a:r>
              <a:rPr lang="en-US" altLang="zh-TW" dirty="0"/>
              <a:t>ai </a:t>
            </a:r>
            <a:r>
              <a:rPr lang="zh-TW" altLang="en-US" dirty="0"/>
              <a:t>知道學長的</a:t>
            </a:r>
            <a:r>
              <a:rPr lang="en-US" altLang="zh-TW" dirty="0" err="1"/>
              <a:t>mcp</a:t>
            </a:r>
            <a:r>
              <a:rPr lang="zh-TW" altLang="en-US" dirty="0"/>
              <a:t>網址</a:t>
            </a:r>
            <a:endParaRPr lang="en-US" altLang="zh-TW" dirty="0"/>
          </a:p>
          <a:p>
            <a:r>
              <a:rPr lang="zh-TW" altLang="en-US" dirty="0"/>
              <a:t>妳知道未來 資訊系統會提供</a:t>
            </a:r>
            <a:r>
              <a:rPr lang="en-US" altLang="zh-TW" dirty="0" err="1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，我們可以引導我們的</a:t>
            </a:r>
            <a:r>
              <a:rPr lang="en-US" altLang="zh-TW" dirty="0"/>
              <a:t>ai-agent</a:t>
            </a:r>
            <a:r>
              <a:rPr lang="zh-TW" altLang="en-US" dirty="0"/>
              <a:t>串接</a:t>
            </a:r>
            <a:r>
              <a:rPr lang="en-US" altLang="zh-TW" dirty="0" err="1"/>
              <a:t>mcp</a:t>
            </a:r>
            <a:r>
              <a:rPr lang="en-US" altLang="zh-TW" dirty="0"/>
              <a:t> server</a:t>
            </a:r>
            <a:r>
              <a:rPr lang="zh-TW" altLang="en-US" dirty="0"/>
              <a:t>，去調度外部系統的功能</a:t>
            </a:r>
            <a:endParaRPr lang="en-US" altLang="zh-TW" dirty="0"/>
          </a:p>
          <a:p>
            <a:r>
              <a:rPr lang="zh-TW" altLang="en-US" dirty="0"/>
              <a:t>我們要使用</a:t>
            </a:r>
            <a:r>
              <a:rPr lang="en-US" altLang="zh-TW" dirty="0" err="1"/>
              <a:t>aws</a:t>
            </a:r>
            <a:r>
              <a:rPr lang="zh-TW" altLang="en-US" dirty="0"/>
              <a:t>提供的</a:t>
            </a:r>
            <a:r>
              <a:rPr lang="en-US" altLang="zh-TW" dirty="0" err="1"/>
              <a:t>mcp</a:t>
            </a:r>
            <a:r>
              <a:rPr lang="zh-TW" altLang="en-US" dirty="0"/>
              <a:t>去串接</a:t>
            </a:r>
            <a:r>
              <a:rPr lang="en-US" altLang="zh-TW" dirty="0" err="1"/>
              <a:t>aws</a:t>
            </a:r>
            <a:endParaRPr lang="en-US" altLang="zh-TW" dirty="0"/>
          </a:p>
          <a:p>
            <a:r>
              <a:rPr lang="zh-TW" altLang="en-US" dirty="0"/>
              <a:t>如果我手癢，我可以自己寫一個</a:t>
            </a:r>
            <a:r>
              <a:rPr lang="en-US" altLang="zh-TW" dirty="0" err="1"/>
              <a:t>mcp</a:t>
            </a:r>
            <a:r>
              <a:rPr lang="en-US" altLang="zh-TW" dirty="0"/>
              <a:t> server</a:t>
            </a:r>
            <a:r>
              <a:rPr lang="zh-TW" altLang="en-US" dirty="0"/>
              <a:t>，塞操作</a:t>
            </a:r>
            <a:r>
              <a:rPr lang="en-US" altLang="zh-TW" dirty="0" err="1"/>
              <a:t>aws</a:t>
            </a:r>
            <a:r>
              <a:rPr lang="zh-TW" altLang="en-US" dirty="0"/>
              <a:t>的程式碼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CC0D95-E0C2-6863-FE7E-1434FC208C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200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Tier 3 是闖關題，天然分層：你停在哪一關就拿哪一關的分數。從關0 手動部署一路到關5 </a:t>
            </a:r>
            <a:r>
              <a:rPr lang="en-US" dirty="0" err="1"/>
              <a:t>跨雲分發。強調『改一行</a:t>
            </a:r>
            <a:r>
              <a:rPr lang="en-US" dirty="0"/>
              <a:t> code → </a:t>
            </a:r>
            <a:r>
              <a:rPr lang="en-US" dirty="0" err="1"/>
              <a:t>自動上線</a:t>
            </a:r>
            <a:r>
              <a:rPr lang="en-US" dirty="0"/>
              <a:t>』。　</a:t>
            </a:r>
            <a:r>
              <a:rPr lang="en-US" dirty="0" err="1"/>
              <a:t>預期成效：建出「改一行</a:t>
            </a:r>
            <a:r>
              <a:rPr lang="en-US" dirty="0"/>
              <a:t> code → </a:t>
            </a:r>
            <a:r>
              <a:rPr lang="en-US" dirty="0" err="1"/>
              <a:t>自動上線」的完整自動部署流水線</a:t>
            </a:r>
            <a:r>
              <a:rPr lang="en-US" dirty="0"/>
              <a:t>。　</a:t>
            </a:r>
            <a:r>
              <a:rPr lang="en-US" dirty="0" err="1"/>
              <a:t>職場幫助：CI</a:t>
            </a:r>
            <a:r>
              <a:rPr lang="en-US" dirty="0"/>
              <a:t>/CD </a:t>
            </a:r>
            <a:r>
              <a:rPr lang="en-US" dirty="0" err="1"/>
              <a:t>是現代開發團隊日常標配，直接決定團隊交付速度</a:t>
            </a:r>
            <a:r>
              <a:rPr lang="en-US" dirty="0"/>
              <a:t>。</a:t>
            </a:r>
            <a:endParaRPr dirty="0"/>
          </a:p>
        </p:txBody>
      </p:sp>
      <p:sp>
        <p:nvSpPr>
          <p:cNvPr id="686" name="Google Shape;68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4：先做會整個掛掉的 monolith 體會災難，再拆成 5 支獨立 Flask。打爆第一支其餘四支還活著，就是重點。用 Submodule 管 5 個 repo、Actions 進 ECR、ECS 自動部署。　預期成效：體會單體崩潰的痛，並把系統拆成互不拖累的獨立服務。　職場幫助：微服務是中大型系統主流架構，懂「爆一支不影響全部」就懂它為何存在。</a:t>
            </a:r>
            <a:endParaRPr/>
          </a:p>
        </p:txBody>
      </p:sp>
      <p:sp>
        <p:nvSpPr>
          <p:cNvPr id="749" name="Google Shape;74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這個專題 重點在 微服務</a:t>
            </a:r>
            <a:r>
              <a:rPr lang="en-US" altLang="zh-TW" dirty="0"/>
              <a:t>+ci/cd</a:t>
            </a:r>
          </a:p>
          <a:p>
            <a:endParaRPr lang="en-US" altLang="zh-TW" dirty="0"/>
          </a:p>
          <a:p>
            <a:r>
              <a:rPr lang="zh-TW" altLang="en-US" dirty="0"/>
              <a:t>會把大系統拆成多個小模塊，其中一個模塊故障了，不影響其他模塊</a:t>
            </a:r>
            <a:endParaRPr lang="en-US" altLang="zh-TW" dirty="0"/>
          </a:p>
          <a:p>
            <a:r>
              <a:rPr lang="en-US" altLang="zh-TW" dirty="0"/>
              <a:t>ci/cd</a:t>
            </a:r>
            <a:r>
              <a:rPr lang="zh-TW" altLang="en-US" dirty="0"/>
              <a:t> 追加新功能的時候， 會為新功能獨立一個</a:t>
            </a:r>
            <a:r>
              <a:rPr lang="en-US" altLang="zh-TW" dirty="0"/>
              <a:t>container</a:t>
            </a:r>
            <a:r>
              <a:rPr lang="zh-TW" altLang="en-US" dirty="0"/>
              <a:t>運作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5568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2 開始複雜。先在本地 VM 練習把 Agentic AI 切成多組件，理解後搬上 AWS EC2。必過是搬上 AWS 至少 3 台、SG 正確、能 end-to-end 對話。本地那段是練習可不計分。　預期成效：把一坨單體應用拆成多台、邊界清楚的服務並落地 AWS。　職場幫助：「先拆對再上雲」是系統設計核心功，面試與實戰都反覆考。</a:t>
            </a:r>
            <a:endParaRPr/>
          </a:p>
        </p:txBody>
      </p:sp>
      <p:sp>
        <p:nvSpPr>
          <p:cNvPr id="573" name="Google Shape;57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92934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P2-1 的 AWS 原生正式版：多台 EC2 + VPC public/private 切分。應用層 public、資料層 private，SG 串接讓資料層外網連不到。　預期成效：用 AWS 原生方式做出多層、分網段的正式雲端架構。　職場幫助：這就是生產環境的最小骨架，交付客戶、過稽核都靠它。</a:t>
            </a:r>
            <a:endParaRPr/>
          </a:p>
        </p:txBody>
      </p:sp>
      <p:sp>
        <p:nvSpPr>
          <p:cNvPr id="630" name="Google Shape;63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39644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至少完成這個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妳會做</a:t>
            </a:r>
            <a:r>
              <a:rPr lang="en-US" altLang="zh-TW" dirty="0"/>
              <a:t>ai</a:t>
            </a:r>
            <a:r>
              <a:rPr lang="zh-TW" altLang="en-US" dirty="0"/>
              <a:t>應用，並串接</a:t>
            </a:r>
            <a:r>
              <a:rPr lang="en-US" altLang="zh-TW" dirty="0" err="1"/>
              <a:t>aws</a:t>
            </a:r>
            <a:r>
              <a:rPr lang="zh-TW" altLang="en-US" dirty="0"/>
              <a:t>雲算力，監控 每次模型調度的狀況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5579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E572-7399-ED10-CEA2-C4ED12A6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EE97E8-2B8C-9410-D881-736EF0C8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F5F109-4B96-459F-DBBF-F0DBC5D5B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Dify</a:t>
            </a:r>
            <a:r>
              <a:rPr lang="en-US" altLang="zh-TW" dirty="0"/>
              <a:t> -&gt; ai-agent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Clauda</a:t>
            </a:r>
            <a:r>
              <a:rPr lang="zh-TW" altLang="en-US" dirty="0"/>
              <a:t> </a:t>
            </a:r>
            <a:r>
              <a:rPr lang="en-US" altLang="zh-TW" dirty="0"/>
              <a:t>fable</a:t>
            </a:r>
            <a:r>
              <a:rPr lang="zh-TW" altLang="en-US" dirty="0"/>
              <a:t> </a:t>
            </a:r>
            <a:r>
              <a:rPr lang="en-US" altLang="zh-TW" dirty="0"/>
              <a:t>-&gt; </a:t>
            </a:r>
            <a:r>
              <a:rPr lang="zh-TW" altLang="en-US" dirty="0"/>
              <a:t>監控大家講的話</a:t>
            </a:r>
            <a:r>
              <a:rPr lang="en-US" altLang="zh-TW" dirty="0"/>
              <a:t>-&gt; </a:t>
            </a:r>
            <a:r>
              <a:rPr lang="zh-TW" altLang="en-US" dirty="0"/>
              <a:t>如果是大陸的公司，會做一些反處裡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23EE65-CEE3-0849-4766-E68F531C5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98098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564B-12B4-292F-DFF5-3E804647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6BDA294-318C-3BCA-8A94-A4D5AF9BC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E675EE-C871-991E-8173-8D6A84BD5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Dify</a:t>
            </a:r>
            <a:r>
              <a:rPr lang="en-US" altLang="zh-TW" dirty="0"/>
              <a:t> -&gt; ai-agent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Clauda</a:t>
            </a:r>
            <a:r>
              <a:rPr lang="zh-TW" altLang="en-US" dirty="0"/>
              <a:t> </a:t>
            </a:r>
            <a:r>
              <a:rPr lang="en-US" altLang="zh-TW" dirty="0"/>
              <a:t>fable</a:t>
            </a:r>
            <a:r>
              <a:rPr lang="zh-TW" altLang="en-US" dirty="0"/>
              <a:t> </a:t>
            </a:r>
            <a:r>
              <a:rPr lang="en-US" altLang="zh-TW" dirty="0"/>
              <a:t>-&gt; </a:t>
            </a:r>
            <a:r>
              <a:rPr lang="zh-TW" altLang="en-US" dirty="0"/>
              <a:t>監控大家講的話</a:t>
            </a:r>
            <a:r>
              <a:rPr lang="en-US" altLang="zh-TW" dirty="0"/>
              <a:t>-&gt; </a:t>
            </a:r>
            <a:r>
              <a:rPr lang="zh-TW" altLang="en-US" dirty="0"/>
              <a:t>如果是大陸的公司，會做一些反處裡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52E21-D2BA-3BFA-C761-6F361949BD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81617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5 期末大魔王。企業客服 Agentic AI，要有 Prompt 版本管理與 A/B、RAG 知識庫加防 data drift 與效能測試、MCP 接外部工具、監控出圖表。必過是整套部署在 AWS，向量庫用 pgvector 或自架 Chroma/FAISS，避開 OpenSearch Serverless。　預期成效：整合 Prompt 管理、RAG、MCP 與監控，做出可上線的企業級 AI。　職場幫助：這是現在企業最缺、最搶的 AI 落地能力，履歷上最有份量的作品。</a:t>
            </a:r>
            <a:endParaRPr/>
          </a:p>
        </p:txBody>
      </p:sp>
      <p:sp>
        <p:nvSpPr>
          <p:cNvPr id="808" name="Google Shape;80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642A-9FA0-E59C-7105-8B34F82F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89D50C-4307-ABBC-FF75-9DC12B6CB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2E1CDEC-AE77-7B0B-B324-95FCB59ED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專題目標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以前查問題，妳得去看書，慢慢找，找到相關條例， 是不是適用當下情境</a:t>
            </a:r>
            <a:endParaRPr lang="en-US" altLang="zh-TW" dirty="0"/>
          </a:p>
          <a:p>
            <a:r>
              <a:rPr lang="zh-TW" altLang="en-US" dirty="0"/>
              <a:t>把那些書轉成給</a:t>
            </a:r>
            <a:r>
              <a:rPr lang="en-US" altLang="zh-TW" dirty="0"/>
              <a:t>ai</a:t>
            </a:r>
            <a:r>
              <a:rPr lang="zh-TW" altLang="en-US" dirty="0"/>
              <a:t>讀的模式， 讓</a:t>
            </a:r>
            <a:r>
              <a:rPr lang="en-US" altLang="zh-TW" dirty="0"/>
              <a:t>ai</a:t>
            </a:r>
            <a:r>
              <a:rPr lang="zh-TW" altLang="en-US" dirty="0"/>
              <a:t>讀，讓</a:t>
            </a:r>
            <a:r>
              <a:rPr lang="en-US" altLang="zh-TW" dirty="0"/>
              <a:t>ai</a:t>
            </a:r>
            <a:r>
              <a:rPr lang="zh-TW" altLang="en-US" dirty="0"/>
              <a:t>去想適不適合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87E04B-787C-3D9E-6F85-D744A10473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0558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主線之外的自選替代題，難度已對應到 Tier。可以換個口味，或當作暖身建立信心。</a:t>
            </a:r>
            <a:endParaRPr/>
          </a:p>
        </p:txBody>
      </p:sp>
      <p:sp>
        <p:nvSpPr>
          <p:cNvPr id="867" name="Google Shape;86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最簡單的暖身題，給最沒信心的同學先建立成就感。S3 </a:t>
            </a:r>
            <a:r>
              <a:rPr lang="en-US" dirty="0" err="1"/>
              <a:t>靜態託管</a:t>
            </a:r>
            <a:r>
              <a:rPr lang="en-US" dirty="0"/>
              <a:t> + CloudFront + HTTPS。　</a:t>
            </a:r>
            <a:r>
              <a:rPr lang="en-US" dirty="0" err="1"/>
              <a:t>預期成效：把靜態網站上</a:t>
            </a:r>
            <a:r>
              <a:rPr lang="en-US" dirty="0"/>
              <a:t> S3 + CloudFront </a:t>
            </a:r>
            <a:r>
              <a:rPr lang="en-US" dirty="0" err="1"/>
              <a:t>並綁定</a:t>
            </a:r>
            <a:r>
              <a:rPr lang="en-US" dirty="0"/>
              <a:t> HTTPS。　</a:t>
            </a:r>
            <a:r>
              <a:rPr lang="en-US" dirty="0" err="1"/>
              <a:t>職場幫助：最快、最省的網站上線方式，個人品牌與行銷活動頁都用得到</a:t>
            </a:r>
            <a:r>
              <a:rPr 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zh-TW" altLang="en-US" dirty="0"/>
              <a:t>高併發架構 </a:t>
            </a:r>
            <a:endParaRPr lang="en-US" altLang="zh-TW" dirty="0"/>
          </a:p>
          <a:p>
            <a:r>
              <a:rPr lang="en-US" altLang="zh-TW" dirty="0" err="1"/>
              <a:t>Cloudfront</a:t>
            </a:r>
            <a:r>
              <a:rPr lang="en-US" altLang="zh-TW" dirty="0"/>
              <a:t>-&gt;</a:t>
            </a:r>
            <a:r>
              <a:rPr lang="zh-TW" altLang="en-US" dirty="0"/>
              <a:t> </a:t>
            </a:r>
            <a:r>
              <a:rPr lang="en-US" altLang="zh-TW" dirty="0"/>
              <a:t>S3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  <a:r>
              <a:rPr lang="zh-TW" altLang="en-US" dirty="0"/>
              <a:t> </a:t>
            </a:r>
            <a:r>
              <a:rPr lang="en-US" altLang="zh-TW" dirty="0"/>
              <a:t>ELB-&gt; WEB EC2 AND AUTO SCALING -&gt;AURORA</a:t>
            </a: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6" name="Google Shape;87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台灣有共鳴的無伺服器保底題。Lambda</a:t>
            </a:r>
            <a:r>
              <a:rPr lang="en-US" dirty="0"/>
              <a:t> + API Gateway 接 LINE </a:t>
            </a:r>
            <a:r>
              <a:rPr lang="en-US" dirty="0" err="1"/>
              <a:t>Webhook，加好友真的能一問一答</a:t>
            </a:r>
            <a:r>
              <a:rPr lang="en-US" dirty="0"/>
              <a:t>。　</a:t>
            </a:r>
            <a:r>
              <a:rPr lang="en-US" dirty="0" err="1"/>
              <a:t>預期成效：用無伺服器架構做出真的能對話的</a:t>
            </a:r>
            <a:r>
              <a:rPr lang="en-US" dirty="0"/>
              <a:t> LINE Bot。　</a:t>
            </a:r>
            <a:r>
              <a:rPr lang="en-US" dirty="0" err="1"/>
              <a:t>職場幫助：台灣企業超愛</a:t>
            </a:r>
            <a:r>
              <a:rPr lang="en-US" dirty="0"/>
              <a:t> LINE </a:t>
            </a:r>
            <a:r>
              <a:rPr lang="en-US" dirty="0" err="1"/>
              <a:t>官方帳號自動化，Serverless</a:t>
            </a:r>
            <a:r>
              <a:rPr lang="en-US" dirty="0"/>
              <a:t> </a:t>
            </a:r>
            <a:r>
              <a:rPr lang="en-US" dirty="0" err="1"/>
              <a:t>又省成本又好賣</a:t>
            </a:r>
            <a:r>
              <a:rPr lang="en-US" dirty="0"/>
              <a:t>。</a:t>
            </a:r>
            <a:endParaRPr dirty="0"/>
          </a:p>
        </p:txBody>
      </p:sp>
      <p:sp>
        <p:nvSpPr>
          <p:cNvPr id="928" name="Google Shape;92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用一輩子交一個男朋友，黏著</a:t>
            </a:r>
            <a:r>
              <a:rPr lang="en-US" altLang="zh-TW" dirty="0"/>
              <a:t>you</a:t>
            </a:r>
          </a:p>
          <a:p>
            <a:endParaRPr lang="en-US" altLang="zh-TW" dirty="0"/>
          </a:p>
          <a:p>
            <a:r>
              <a:rPr lang="zh-TW" altLang="en-US" dirty="0"/>
              <a:t>想要男朋友 他就出現 不要的時候 他就滾蛋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67918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目標 是妳做過一個</a:t>
            </a:r>
            <a:r>
              <a:rPr lang="en-US" altLang="zh-TW" dirty="0"/>
              <a:t>serverless</a:t>
            </a:r>
            <a:r>
              <a:rPr lang="zh-TW" altLang="en-US" dirty="0"/>
              <a:t>應用， 並且有監控的經驗，他的監控思維跟以往的 伺服器監控思維略有不同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7716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自動抓多來源雲端／政府新聞，分類摘要推送。重點是跑在 AWS 上用 EventBridge 定時觸發，不是本機排程。　預期成效：做出定時自動抓取、分類、摘要並推送的雲端 Agent。　職場幫助：「自動情報彙整」是行銷、研究、營運都想要的省時神器。</a:t>
            </a:r>
            <a:endParaRPr/>
          </a:p>
        </p:txBody>
      </p:sp>
      <p:sp>
        <p:nvSpPr>
          <p:cNvPr id="980" name="Google Shape;98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Capstone 的縮小版：把自己的筆記做成 RAG 問答。門檻低但概念跟 P5 相通。找不到答案要誠實說找不到。　預期成效：把個人文件做成會引用來源的 RAG 問答機器人。　職場幫助：企業知識庫問答是 RAG 最普遍的落地場景，這題是入門磚。</a:t>
            </a:r>
            <a:endParaRPr/>
          </a:p>
        </p:txBody>
      </p:sp>
      <p:sp>
        <p:nvSpPr>
          <p:cNvPr id="1034" name="Google Shape;103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收尾指引。自由挑題，沒信心先做 E1 暖身。每題都要交架構圖+Demo+README，Demo 時逐條對照檢核點勾選。及格線：Tier 0 任一題 + 維度①②達標。再次提醒成績以 AWS 實際運作為準。</a:t>
            </a:r>
            <a:endParaRPr/>
          </a:p>
        </p:txBody>
      </p:sp>
      <p:sp>
        <p:nvSpPr>
          <p:cNvPr id="1090" name="Google Shape;109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5176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79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.xml"/><Relationship Id="rId18" Type="http://schemas.openxmlformats.org/officeDocument/2006/relationships/image" Target="../media/image21.png"/><Relationship Id="rId26" Type="http://schemas.openxmlformats.org/officeDocument/2006/relationships/customXml" Target="../ink/ink26.xml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34" Type="http://schemas.openxmlformats.org/officeDocument/2006/relationships/customXml" Target="../ink/ink30.xml"/><Relationship Id="rId7" Type="http://schemas.openxmlformats.org/officeDocument/2006/relationships/customXml" Target="../ink/ink16.xml"/><Relationship Id="rId12" Type="http://schemas.openxmlformats.org/officeDocument/2006/relationships/image" Target="../media/image18.png"/><Relationship Id="rId17" Type="http://schemas.openxmlformats.org/officeDocument/2006/relationships/customXml" Target="../ink/ink21.xml"/><Relationship Id="rId25" Type="http://schemas.openxmlformats.org/officeDocument/2006/relationships/image" Target="../media/image24.png"/><Relationship Id="rId3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ustomXml" Target="../ink/ink18.xml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10" Type="http://schemas.openxmlformats.org/officeDocument/2006/relationships/image" Target="../media/image17.png"/><Relationship Id="rId19" Type="http://schemas.openxmlformats.org/officeDocument/2006/relationships/customXml" Target="../ink/ink22.xml"/><Relationship Id="rId31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customXml" Target="../ink/ink17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image" Target="../media/image25.png"/><Relationship Id="rId30" Type="http://schemas.openxmlformats.org/officeDocument/2006/relationships/customXml" Target="../ink/ink28.xml"/><Relationship Id="rId35" Type="http://schemas.openxmlformats.org/officeDocument/2006/relationships/image" Target="../media/image29.png"/><Relationship Id="rId8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37.xml"/><Relationship Id="rId18" Type="http://schemas.openxmlformats.org/officeDocument/2006/relationships/image" Target="../media/image35.png"/><Relationship Id="rId3" Type="http://schemas.openxmlformats.org/officeDocument/2006/relationships/customXml" Target="../ink/ink32.xml"/><Relationship Id="rId21" Type="http://schemas.openxmlformats.org/officeDocument/2006/relationships/customXml" Target="../ink/ink41.xml"/><Relationship Id="rId7" Type="http://schemas.openxmlformats.org/officeDocument/2006/relationships/customXml" Target="../ink/ink34.xml"/><Relationship Id="rId12" Type="http://schemas.openxmlformats.org/officeDocument/2006/relationships/image" Target="../media/image32.png"/><Relationship Id="rId17" Type="http://schemas.openxmlformats.org/officeDocument/2006/relationships/customXml" Target="../ink/ink39.xml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10" Type="http://schemas.openxmlformats.org/officeDocument/2006/relationships/image" Target="../media/image18.png"/><Relationship Id="rId19" Type="http://schemas.openxmlformats.org/officeDocument/2006/relationships/customXml" Target="../ink/ink40.xml"/><Relationship Id="rId4" Type="http://schemas.openxmlformats.org/officeDocument/2006/relationships/image" Target="../media/image11.png"/><Relationship Id="rId9" Type="http://schemas.openxmlformats.org/officeDocument/2006/relationships/customXml" Target="../ink/ink35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customXml" Target="../ink/ink47.xml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customXml" Target="../ink/ink46.xml"/><Relationship Id="rId5" Type="http://schemas.openxmlformats.org/officeDocument/2006/relationships/customXml" Target="../ink/ink43.xml"/><Relationship Id="rId15" Type="http://schemas.openxmlformats.org/officeDocument/2006/relationships/customXml" Target="../ink/ink48.xml"/><Relationship Id="rId10" Type="http://schemas.openxmlformats.org/officeDocument/2006/relationships/image" Target="../media/image40.png"/><Relationship Id="rId4" Type="http://schemas.openxmlformats.org/officeDocument/2006/relationships/image" Target="../media/image11.png"/><Relationship Id="rId9" Type="http://schemas.openxmlformats.org/officeDocument/2006/relationships/customXml" Target="../ink/ink45.xml"/><Relationship Id="rId1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.png"/><Relationship Id="rId21" Type="http://schemas.openxmlformats.org/officeDocument/2006/relationships/customXml" Target="../ink/ink59.xml"/><Relationship Id="rId42" Type="http://schemas.openxmlformats.org/officeDocument/2006/relationships/customXml" Target="../ink/ink70.xml"/><Relationship Id="rId47" Type="http://schemas.openxmlformats.org/officeDocument/2006/relationships/image" Target="../media/image63.png"/><Relationship Id="rId63" Type="http://schemas.openxmlformats.org/officeDocument/2006/relationships/image" Target="../media/image71.png"/><Relationship Id="rId68" Type="http://schemas.openxmlformats.org/officeDocument/2006/relationships/customXml" Target="../ink/ink83.xml"/><Relationship Id="rId84" Type="http://schemas.openxmlformats.org/officeDocument/2006/relationships/customXml" Target="../ink/ink91.xml"/><Relationship Id="rId89" Type="http://schemas.openxmlformats.org/officeDocument/2006/relationships/customXml" Target="../ink/ink94.xml"/><Relationship Id="rId16" Type="http://schemas.openxmlformats.org/officeDocument/2006/relationships/customXml" Target="../ink/ink56.xml"/><Relationship Id="rId11" Type="http://schemas.openxmlformats.org/officeDocument/2006/relationships/image" Target="../media/image46.png"/><Relationship Id="rId32" Type="http://schemas.openxmlformats.org/officeDocument/2006/relationships/customXml" Target="../ink/ink65.xml"/><Relationship Id="rId37" Type="http://schemas.openxmlformats.org/officeDocument/2006/relationships/image" Target="../media/image58.png"/><Relationship Id="rId53" Type="http://schemas.openxmlformats.org/officeDocument/2006/relationships/image" Target="../media/image66.png"/><Relationship Id="rId58" Type="http://schemas.openxmlformats.org/officeDocument/2006/relationships/customXml" Target="../ink/ink78.xml"/><Relationship Id="rId74" Type="http://schemas.openxmlformats.org/officeDocument/2006/relationships/customXml" Target="../ink/ink86.xml"/><Relationship Id="rId79" Type="http://schemas.openxmlformats.org/officeDocument/2006/relationships/image" Target="../media/image78.png"/><Relationship Id="rId5" Type="http://schemas.openxmlformats.org/officeDocument/2006/relationships/image" Target="../media/image43.png"/><Relationship Id="rId90" Type="http://schemas.openxmlformats.org/officeDocument/2006/relationships/image" Target="../media/image83.png"/><Relationship Id="rId22" Type="http://schemas.openxmlformats.org/officeDocument/2006/relationships/image" Target="../media/image51.png"/><Relationship Id="rId27" Type="http://schemas.openxmlformats.org/officeDocument/2006/relationships/customXml" Target="../ink/ink62.xml"/><Relationship Id="rId43" Type="http://schemas.openxmlformats.org/officeDocument/2006/relationships/image" Target="../media/image61.png"/><Relationship Id="rId48" Type="http://schemas.openxmlformats.org/officeDocument/2006/relationships/customXml" Target="../ink/ink73.xml"/><Relationship Id="rId64" Type="http://schemas.openxmlformats.org/officeDocument/2006/relationships/customXml" Target="../ink/ink81.xml"/><Relationship Id="rId69" Type="http://schemas.openxmlformats.org/officeDocument/2006/relationships/image" Target="../media/image73.png"/><Relationship Id="rId8" Type="http://schemas.openxmlformats.org/officeDocument/2006/relationships/customXml" Target="../ink/ink52.xml"/><Relationship Id="rId51" Type="http://schemas.openxmlformats.org/officeDocument/2006/relationships/image" Target="../media/image65.png"/><Relationship Id="rId72" Type="http://schemas.openxmlformats.org/officeDocument/2006/relationships/customXml" Target="../ink/ink85.xml"/><Relationship Id="rId80" Type="http://schemas.openxmlformats.org/officeDocument/2006/relationships/customXml" Target="../ink/ink89.xml"/><Relationship Id="rId85" Type="http://schemas.openxmlformats.org/officeDocument/2006/relationships/customXml" Target="../ink/ink92.xml"/><Relationship Id="rId93" Type="http://schemas.openxmlformats.org/officeDocument/2006/relationships/customXml" Target="../ink/ink96.xml"/><Relationship Id="rId3" Type="http://schemas.openxmlformats.org/officeDocument/2006/relationships/image" Target="../media/image18.png"/><Relationship Id="rId12" Type="http://schemas.openxmlformats.org/officeDocument/2006/relationships/customXml" Target="../ink/ink54.xml"/><Relationship Id="rId17" Type="http://schemas.openxmlformats.org/officeDocument/2006/relationships/customXml" Target="../ink/ink57.xml"/><Relationship Id="rId25" Type="http://schemas.openxmlformats.org/officeDocument/2006/relationships/customXml" Target="../ink/ink61.xml"/><Relationship Id="rId33" Type="http://schemas.openxmlformats.org/officeDocument/2006/relationships/image" Target="../media/image56.png"/><Relationship Id="rId38" Type="http://schemas.openxmlformats.org/officeDocument/2006/relationships/customXml" Target="../ink/ink68.xml"/><Relationship Id="rId46" Type="http://schemas.openxmlformats.org/officeDocument/2006/relationships/customXml" Target="../ink/ink72.xml"/><Relationship Id="rId59" Type="http://schemas.openxmlformats.org/officeDocument/2006/relationships/image" Target="../media/image69.png"/><Relationship Id="rId67" Type="http://schemas.openxmlformats.org/officeDocument/2006/relationships/image" Target="../media/image4.png"/><Relationship Id="rId20" Type="http://schemas.openxmlformats.org/officeDocument/2006/relationships/image" Target="../media/image50.png"/><Relationship Id="rId41" Type="http://schemas.openxmlformats.org/officeDocument/2006/relationships/image" Target="../media/image60.png"/><Relationship Id="rId54" Type="http://schemas.openxmlformats.org/officeDocument/2006/relationships/customXml" Target="../ink/ink76.xml"/><Relationship Id="rId62" Type="http://schemas.openxmlformats.org/officeDocument/2006/relationships/customXml" Target="../ink/ink80.xml"/><Relationship Id="rId70" Type="http://schemas.openxmlformats.org/officeDocument/2006/relationships/customXml" Target="../ink/ink84.xml"/><Relationship Id="rId75" Type="http://schemas.openxmlformats.org/officeDocument/2006/relationships/image" Target="../media/image76.png"/><Relationship Id="rId83" Type="http://schemas.openxmlformats.org/officeDocument/2006/relationships/image" Target="../media/image80.png"/><Relationship Id="rId88" Type="http://schemas.openxmlformats.org/officeDocument/2006/relationships/image" Target="../media/image82.png"/><Relationship Id="rId91" Type="http://schemas.openxmlformats.org/officeDocument/2006/relationships/customXml" Target="../ink/ink9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1.xml"/><Relationship Id="rId15" Type="http://schemas.openxmlformats.org/officeDocument/2006/relationships/image" Target="../media/image48.png"/><Relationship Id="rId23" Type="http://schemas.openxmlformats.org/officeDocument/2006/relationships/customXml" Target="../ink/ink60.xml"/><Relationship Id="rId28" Type="http://schemas.openxmlformats.org/officeDocument/2006/relationships/customXml" Target="../ink/ink63.xml"/><Relationship Id="rId36" Type="http://schemas.openxmlformats.org/officeDocument/2006/relationships/customXml" Target="../ink/ink67.xml"/><Relationship Id="rId49" Type="http://schemas.openxmlformats.org/officeDocument/2006/relationships/image" Target="../media/image64.png"/><Relationship Id="rId57" Type="http://schemas.openxmlformats.org/officeDocument/2006/relationships/image" Target="../media/image68.png"/><Relationship Id="rId10" Type="http://schemas.openxmlformats.org/officeDocument/2006/relationships/customXml" Target="../ink/ink53.xml"/><Relationship Id="rId31" Type="http://schemas.openxmlformats.org/officeDocument/2006/relationships/image" Target="../media/image55.png"/><Relationship Id="rId44" Type="http://schemas.openxmlformats.org/officeDocument/2006/relationships/customXml" Target="../ink/ink71.xml"/><Relationship Id="rId52" Type="http://schemas.openxmlformats.org/officeDocument/2006/relationships/customXml" Target="../ink/ink75.xml"/><Relationship Id="rId60" Type="http://schemas.openxmlformats.org/officeDocument/2006/relationships/customXml" Target="../ink/ink79.xml"/><Relationship Id="rId65" Type="http://schemas.openxmlformats.org/officeDocument/2006/relationships/image" Target="../media/image72.png"/><Relationship Id="rId73" Type="http://schemas.openxmlformats.org/officeDocument/2006/relationships/image" Target="../media/image75.png"/><Relationship Id="rId78" Type="http://schemas.openxmlformats.org/officeDocument/2006/relationships/customXml" Target="../ink/ink88.xml"/><Relationship Id="rId81" Type="http://schemas.openxmlformats.org/officeDocument/2006/relationships/image" Target="../media/image79.png"/><Relationship Id="rId86" Type="http://schemas.openxmlformats.org/officeDocument/2006/relationships/image" Target="../media/image81.png"/><Relationship Id="rId94" Type="http://schemas.openxmlformats.org/officeDocument/2006/relationships/image" Target="../media/image85.png"/><Relationship Id="rId4" Type="http://schemas.openxmlformats.org/officeDocument/2006/relationships/customXml" Target="../ink/ink50.xml"/><Relationship Id="rId9" Type="http://schemas.openxmlformats.org/officeDocument/2006/relationships/image" Target="../media/image45.png"/><Relationship Id="rId13" Type="http://schemas.openxmlformats.org/officeDocument/2006/relationships/image" Target="../media/image47.png"/><Relationship Id="rId18" Type="http://schemas.openxmlformats.org/officeDocument/2006/relationships/image" Target="../media/image49.png"/><Relationship Id="rId39" Type="http://schemas.openxmlformats.org/officeDocument/2006/relationships/image" Target="../media/image59.png"/><Relationship Id="rId34" Type="http://schemas.openxmlformats.org/officeDocument/2006/relationships/customXml" Target="../ink/ink66.xml"/><Relationship Id="rId50" Type="http://schemas.openxmlformats.org/officeDocument/2006/relationships/customXml" Target="../ink/ink74.xml"/><Relationship Id="rId55" Type="http://schemas.openxmlformats.org/officeDocument/2006/relationships/image" Target="../media/image67.png"/><Relationship Id="rId76" Type="http://schemas.openxmlformats.org/officeDocument/2006/relationships/customXml" Target="../ink/ink87.xml"/><Relationship Id="rId7" Type="http://schemas.openxmlformats.org/officeDocument/2006/relationships/image" Target="../media/image44.png"/><Relationship Id="rId71" Type="http://schemas.openxmlformats.org/officeDocument/2006/relationships/image" Target="../media/image74.png"/><Relationship Id="rId92" Type="http://schemas.openxmlformats.org/officeDocument/2006/relationships/image" Target="../media/image84.png"/><Relationship Id="rId2" Type="http://schemas.openxmlformats.org/officeDocument/2006/relationships/customXml" Target="../ink/ink49.xml"/><Relationship Id="rId29" Type="http://schemas.openxmlformats.org/officeDocument/2006/relationships/image" Target="../media/image54.png"/><Relationship Id="rId24" Type="http://schemas.openxmlformats.org/officeDocument/2006/relationships/image" Target="../media/image52.png"/><Relationship Id="rId40" Type="http://schemas.openxmlformats.org/officeDocument/2006/relationships/customXml" Target="../ink/ink69.xml"/><Relationship Id="rId45" Type="http://schemas.openxmlformats.org/officeDocument/2006/relationships/image" Target="../media/image62.png"/><Relationship Id="rId66" Type="http://schemas.openxmlformats.org/officeDocument/2006/relationships/customXml" Target="../ink/ink82.xml"/><Relationship Id="rId87" Type="http://schemas.openxmlformats.org/officeDocument/2006/relationships/customXml" Target="../ink/ink93.xml"/><Relationship Id="rId61" Type="http://schemas.openxmlformats.org/officeDocument/2006/relationships/image" Target="../media/image70.png"/><Relationship Id="rId82" Type="http://schemas.openxmlformats.org/officeDocument/2006/relationships/customXml" Target="../ink/ink90.xml"/><Relationship Id="rId19" Type="http://schemas.openxmlformats.org/officeDocument/2006/relationships/customXml" Target="../ink/ink58.xml"/><Relationship Id="rId14" Type="http://schemas.openxmlformats.org/officeDocument/2006/relationships/customXml" Target="../ink/ink55.xml"/><Relationship Id="rId30" Type="http://schemas.openxmlformats.org/officeDocument/2006/relationships/customXml" Target="../ink/ink64.xml"/><Relationship Id="rId35" Type="http://schemas.openxmlformats.org/officeDocument/2006/relationships/image" Target="../media/image57.png"/><Relationship Id="rId56" Type="http://schemas.openxmlformats.org/officeDocument/2006/relationships/customXml" Target="../ink/ink77.xml"/><Relationship Id="rId77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customXml" Target="../ink/ink105.xml"/><Relationship Id="rId26" Type="http://schemas.openxmlformats.org/officeDocument/2006/relationships/customXml" Target="../ink/ink109.xml"/><Relationship Id="rId39" Type="http://schemas.openxmlformats.org/officeDocument/2006/relationships/customXml" Target="../ink/ink116.xml"/><Relationship Id="rId21" Type="http://schemas.openxmlformats.org/officeDocument/2006/relationships/image" Target="../media/image94.png"/><Relationship Id="rId34" Type="http://schemas.openxmlformats.org/officeDocument/2006/relationships/customXml" Target="../ink/ink113.xml"/><Relationship Id="rId42" Type="http://schemas.openxmlformats.org/officeDocument/2006/relationships/image" Target="../media/image104.png"/><Relationship Id="rId47" Type="http://schemas.openxmlformats.org/officeDocument/2006/relationships/customXml" Target="../ink/ink120.xml"/><Relationship Id="rId50" Type="http://schemas.openxmlformats.org/officeDocument/2006/relationships/customXml" Target="../ink/ink123.xml"/><Relationship Id="rId55" Type="http://schemas.openxmlformats.org/officeDocument/2006/relationships/customXml" Target="../ink/ink127.xml"/><Relationship Id="rId7" Type="http://schemas.openxmlformats.org/officeDocument/2006/relationships/image" Target="../media/image87.png"/><Relationship Id="rId2" Type="http://schemas.openxmlformats.org/officeDocument/2006/relationships/customXml" Target="../ink/ink97.xml"/><Relationship Id="rId16" Type="http://schemas.openxmlformats.org/officeDocument/2006/relationships/customXml" Target="../ink/ink104.xml"/><Relationship Id="rId29" Type="http://schemas.openxmlformats.org/officeDocument/2006/relationships/image" Target="../media/image98.png"/><Relationship Id="rId11" Type="http://schemas.openxmlformats.org/officeDocument/2006/relationships/image" Target="../media/image89.png"/><Relationship Id="rId24" Type="http://schemas.openxmlformats.org/officeDocument/2006/relationships/customXml" Target="../ink/ink108.xml"/><Relationship Id="rId32" Type="http://schemas.openxmlformats.org/officeDocument/2006/relationships/customXml" Target="../ink/ink112.xml"/><Relationship Id="rId37" Type="http://schemas.openxmlformats.org/officeDocument/2006/relationships/customXml" Target="../ink/ink115.xml"/><Relationship Id="rId40" Type="http://schemas.openxmlformats.org/officeDocument/2006/relationships/image" Target="../media/image103.png"/><Relationship Id="rId45" Type="http://schemas.openxmlformats.org/officeDocument/2006/relationships/customXml" Target="../ink/ink119.xml"/><Relationship Id="rId53" Type="http://schemas.openxmlformats.org/officeDocument/2006/relationships/customXml" Target="../ink/ink126.xml"/><Relationship Id="rId58" Type="http://schemas.openxmlformats.org/officeDocument/2006/relationships/image" Target="../media/image109.png"/><Relationship Id="rId5" Type="http://schemas.openxmlformats.org/officeDocument/2006/relationships/image" Target="../media/image86.png"/><Relationship Id="rId61" Type="http://schemas.openxmlformats.org/officeDocument/2006/relationships/customXml" Target="../ink/ink130.xml"/><Relationship Id="rId19" Type="http://schemas.openxmlformats.org/officeDocument/2006/relationships/image" Target="../media/image93.png"/><Relationship Id="rId14" Type="http://schemas.openxmlformats.org/officeDocument/2006/relationships/customXml" Target="../ink/ink103.xml"/><Relationship Id="rId22" Type="http://schemas.openxmlformats.org/officeDocument/2006/relationships/customXml" Target="../ink/ink107.xml"/><Relationship Id="rId27" Type="http://schemas.openxmlformats.org/officeDocument/2006/relationships/image" Target="../media/image97.png"/><Relationship Id="rId30" Type="http://schemas.openxmlformats.org/officeDocument/2006/relationships/customXml" Target="../ink/ink111.xml"/><Relationship Id="rId35" Type="http://schemas.openxmlformats.org/officeDocument/2006/relationships/image" Target="../media/image101.png"/><Relationship Id="rId43" Type="http://schemas.openxmlformats.org/officeDocument/2006/relationships/customXml" Target="../ink/ink118.xml"/><Relationship Id="rId48" Type="http://schemas.openxmlformats.org/officeDocument/2006/relationships/customXml" Target="../ink/ink121.xml"/><Relationship Id="rId56" Type="http://schemas.openxmlformats.org/officeDocument/2006/relationships/image" Target="../media/image108.png"/><Relationship Id="rId8" Type="http://schemas.openxmlformats.org/officeDocument/2006/relationships/customXml" Target="../ink/ink100.xml"/><Relationship Id="rId51" Type="http://schemas.openxmlformats.org/officeDocument/2006/relationships/customXml" Target="../ink/ink124.xml"/><Relationship Id="rId3" Type="http://schemas.openxmlformats.org/officeDocument/2006/relationships/image" Target="../media/image4.png"/><Relationship Id="rId12" Type="http://schemas.openxmlformats.org/officeDocument/2006/relationships/customXml" Target="../ink/ink102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image" Target="../media/image102.png"/><Relationship Id="rId46" Type="http://schemas.openxmlformats.org/officeDocument/2006/relationships/image" Target="../media/image106.png"/><Relationship Id="rId59" Type="http://schemas.openxmlformats.org/officeDocument/2006/relationships/customXml" Target="../ink/ink129.xml"/><Relationship Id="rId20" Type="http://schemas.openxmlformats.org/officeDocument/2006/relationships/customXml" Target="../ink/ink106.xml"/><Relationship Id="rId41" Type="http://schemas.openxmlformats.org/officeDocument/2006/relationships/customXml" Target="../ink/ink117.xml"/><Relationship Id="rId54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9.xml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110.xml"/><Relationship Id="rId36" Type="http://schemas.openxmlformats.org/officeDocument/2006/relationships/customXml" Target="../ink/ink114.xml"/><Relationship Id="rId49" Type="http://schemas.openxmlformats.org/officeDocument/2006/relationships/customXml" Target="../ink/ink122.xml"/><Relationship Id="rId57" Type="http://schemas.openxmlformats.org/officeDocument/2006/relationships/customXml" Target="../ink/ink128.xml"/><Relationship Id="rId10" Type="http://schemas.openxmlformats.org/officeDocument/2006/relationships/customXml" Target="../ink/ink101.xml"/><Relationship Id="rId31" Type="http://schemas.openxmlformats.org/officeDocument/2006/relationships/image" Target="../media/image99.png"/><Relationship Id="rId44" Type="http://schemas.openxmlformats.org/officeDocument/2006/relationships/image" Target="../media/image105.png"/><Relationship Id="rId52" Type="http://schemas.openxmlformats.org/officeDocument/2006/relationships/customXml" Target="../ink/ink125.xml"/><Relationship Id="rId60" Type="http://schemas.openxmlformats.org/officeDocument/2006/relationships/image" Target="../media/image18.png"/><Relationship Id="rId4" Type="http://schemas.openxmlformats.org/officeDocument/2006/relationships/customXml" Target="../ink/ink98.xml"/><Relationship Id="rId9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.png"/><Relationship Id="rId21" Type="http://schemas.openxmlformats.org/officeDocument/2006/relationships/customXml" Target="../ink/ink140.xml"/><Relationship Id="rId42" Type="http://schemas.openxmlformats.org/officeDocument/2006/relationships/customXml" Target="../ink/ink151.xml"/><Relationship Id="rId63" Type="http://schemas.openxmlformats.org/officeDocument/2006/relationships/customXml" Target="../ink/ink165.xml"/><Relationship Id="rId84" Type="http://schemas.openxmlformats.org/officeDocument/2006/relationships/image" Target="../media/image138.png"/><Relationship Id="rId138" Type="http://schemas.openxmlformats.org/officeDocument/2006/relationships/image" Target="../media/image162.png"/><Relationship Id="rId107" Type="http://schemas.openxmlformats.org/officeDocument/2006/relationships/customXml" Target="../ink/ink188.xml"/><Relationship Id="rId11" Type="http://schemas.openxmlformats.org/officeDocument/2006/relationships/customXml" Target="../ink/ink135.xml"/><Relationship Id="rId32" Type="http://schemas.openxmlformats.org/officeDocument/2006/relationships/image" Target="../media/image117.png"/><Relationship Id="rId53" Type="http://schemas.openxmlformats.org/officeDocument/2006/relationships/customXml" Target="../ink/ink159.xml"/><Relationship Id="rId74" Type="http://schemas.openxmlformats.org/officeDocument/2006/relationships/image" Target="../media/image133.png"/><Relationship Id="rId128" Type="http://schemas.openxmlformats.org/officeDocument/2006/relationships/customXml" Target="../ink/ink200.xml"/><Relationship Id="rId149" Type="http://schemas.openxmlformats.org/officeDocument/2006/relationships/customXml" Target="../ink/ink211.xml"/><Relationship Id="rId5" Type="http://schemas.openxmlformats.org/officeDocument/2006/relationships/customXml" Target="../ink/ink132.xml"/><Relationship Id="rId95" Type="http://schemas.openxmlformats.org/officeDocument/2006/relationships/customXml" Target="../ink/ink182.xml"/><Relationship Id="rId22" Type="http://schemas.openxmlformats.org/officeDocument/2006/relationships/image" Target="../media/image114.png"/><Relationship Id="rId27" Type="http://schemas.openxmlformats.org/officeDocument/2006/relationships/customXml" Target="../ink/ink143.xml"/><Relationship Id="rId43" Type="http://schemas.openxmlformats.org/officeDocument/2006/relationships/image" Target="../media/image122.png"/><Relationship Id="rId48" Type="http://schemas.openxmlformats.org/officeDocument/2006/relationships/customXml" Target="../ink/ink154.xml"/><Relationship Id="rId64" Type="http://schemas.openxmlformats.org/officeDocument/2006/relationships/image" Target="../media/image128.png"/><Relationship Id="rId69" Type="http://schemas.openxmlformats.org/officeDocument/2006/relationships/customXml" Target="../ink/ink168.xml"/><Relationship Id="rId113" Type="http://schemas.openxmlformats.org/officeDocument/2006/relationships/customXml" Target="../ink/ink191.xml"/><Relationship Id="rId118" Type="http://schemas.openxmlformats.org/officeDocument/2006/relationships/customXml" Target="../ink/ink194.xml"/><Relationship Id="rId134" Type="http://schemas.openxmlformats.org/officeDocument/2006/relationships/image" Target="../media/image160.png"/><Relationship Id="rId139" Type="http://schemas.openxmlformats.org/officeDocument/2006/relationships/customXml" Target="../ink/ink206.xml"/><Relationship Id="rId80" Type="http://schemas.openxmlformats.org/officeDocument/2006/relationships/image" Target="../media/image136.png"/><Relationship Id="rId85" Type="http://schemas.openxmlformats.org/officeDocument/2006/relationships/customXml" Target="../ink/ink176.xml"/><Relationship Id="rId150" Type="http://schemas.openxmlformats.org/officeDocument/2006/relationships/image" Target="../media/image168.png"/><Relationship Id="rId12" Type="http://schemas.openxmlformats.org/officeDocument/2006/relationships/image" Target="../media/image110.png"/><Relationship Id="rId17" Type="http://schemas.openxmlformats.org/officeDocument/2006/relationships/customXml" Target="../ink/ink138.xml"/><Relationship Id="rId33" Type="http://schemas.openxmlformats.org/officeDocument/2006/relationships/customXml" Target="../ink/ink146.xml"/><Relationship Id="rId38" Type="http://schemas.openxmlformats.org/officeDocument/2006/relationships/customXml" Target="../ink/ink149.xml"/><Relationship Id="rId59" Type="http://schemas.openxmlformats.org/officeDocument/2006/relationships/customXml" Target="../ink/ink163.xml"/><Relationship Id="rId103" Type="http://schemas.openxmlformats.org/officeDocument/2006/relationships/customXml" Target="../ink/ink186.xml"/><Relationship Id="rId108" Type="http://schemas.openxmlformats.org/officeDocument/2006/relationships/image" Target="../media/image149.png"/><Relationship Id="rId124" Type="http://schemas.openxmlformats.org/officeDocument/2006/relationships/customXml" Target="../ink/ink197.xml"/><Relationship Id="rId129" Type="http://schemas.openxmlformats.org/officeDocument/2006/relationships/customXml" Target="../ink/ink201.xml"/><Relationship Id="rId54" Type="http://schemas.openxmlformats.org/officeDocument/2006/relationships/customXml" Target="../ink/ink160.xml"/><Relationship Id="rId70" Type="http://schemas.openxmlformats.org/officeDocument/2006/relationships/image" Target="../media/image131.png"/><Relationship Id="rId75" Type="http://schemas.openxmlformats.org/officeDocument/2006/relationships/customXml" Target="../ink/ink171.xml"/><Relationship Id="rId91" Type="http://schemas.openxmlformats.org/officeDocument/2006/relationships/customXml" Target="../ink/ink180.xml"/><Relationship Id="rId96" Type="http://schemas.openxmlformats.org/officeDocument/2006/relationships/image" Target="../media/image143.png"/><Relationship Id="rId140" Type="http://schemas.openxmlformats.org/officeDocument/2006/relationships/image" Target="../media/image163.png"/><Relationship Id="rId145" Type="http://schemas.openxmlformats.org/officeDocument/2006/relationships/customXml" Target="../ink/ink20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23" Type="http://schemas.openxmlformats.org/officeDocument/2006/relationships/customXml" Target="../ink/ink141.xml"/><Relationship Id="rId28" Type="http://schemas.openxmlformats.org/officeDocument/2006/relationships/image" Target="../media/image115.png"/><Relationship Id="rId49" Type="http://schemas.openxmlformats.org/officeDocument/2006/relationships/customXml" Target="../ink/ink155.xml"/><Relationship Id="rId114" Type="http://schemas.openxmlformats.org/officeDocument/2006/relationships/image" Target="../media/image152.png"/><Relationship Id="rId119" Type="http://schemas.openxmlformats.org/officeDocument/2006/relationships/image" Target="../media/image154.png"/><Relationship Id="rId44" Type="http://schemas.openxmlformats.org/officeDocument/2006/relationships/customXml" Target="../ink/ink152.xml"/><Relationship Id="rId60" Type="http://schemas.openxmlformats.org/officeDocument/2006/relationships/image" Target="../media/image126.png"/><Relationship Id="rId65" Type="http://schemas.openxmlformats.org/officeDocument/2006/relationships/customXml" Target="../ink/ink166.xml"/><Relationship Id="rId81" Type="http://schemas.openxmlformats.org/officeDocument/2006/relationships/customXml" Target="../ink/ink174.xml"/><Relationship Id="rId86" Type="http://schemas.openxmlformats.org/officeDocument/2006/relationships/customXml" Target="../ink/ink177.xml"/><Relationship Id="rId130" Type="http://schemas.openxmlformats.org/officeDocument/2006/relationships/image" Target="../media/image158.png"/><Relationship Id="rId135" Type="http://schemas.openxmlformats.org/officeDocument/2006/relationships/customXml" Target="../ink/ink204.xml"/><Relationship Id="rId151" Type="http://schemas.openxmlformats.org/officeDocument/2006/relationships/customXml" Target="../ink/ink212.xml"/><Relationship Id="rId13" Type="http://schemas.openxmlformats.org/officeDocument/2006/relationships/customXml" Target="../ink/ink136.xml"/><Relationship Id="rId18" Type="http://schemas.openxmlformats.org/officeDocument/2006/relationships/image" Target="../media/image69.png"/><Relationship Id="rId39" Type="http://schemas.openxmlformats.org/officeDocument/2006/relationships/image" Target="../media/image120.png"/><Relationship Id="rId109" Type="http://schemas.openxmlformats.org/officeDocument/2006/relationships/customXml" Target="../ink/ink189.xml"/><Relationship Id="rId34" Type="http://schemas.openxmlformats.org/officeDocument/2006/relationships/image" Target="../media/image118.png"/><Relationship Id="rId50" Type="http://schemas.openxmlformats.org/officeDocument/2006/relationships/customXml" Target="../ink/ink156.xml"/><Relationship Id="rId55" Type="http://schemas.openxmlformats.org/officeDocument/2006/relationships/image" Target="../media/image18.png"/><Relationship Id="rId76" Type="http://schemas.openxmlformats.org/officeDocument/2006/relationships/image" Target="../media/image134.png"/><Relationship Id="rId97" Type="http://schemas.openxmlformats.org/officeDocument/2006/relationships/customXml" Target="../ink/ink183.xml"/><Relationship Id="rId104" Type="http://schemas.openxmlformats.org/officeDocument/2006/relationships/image" Target="../media/image147.png"/><Relationship Id="rId120" Type="http://schemas.openxmlformats.org/officeDocument/2006/relationships/customXml" Target="../ink/ink195.xml"/><Relationship Id="rId125" Type="http://schemas.openxmlformats.org/officeDocument/2006/relationships/image" Target="../media/image157.png"/><Relationship Id="rId141" Type="http://schemas.openxmlformats.org/officeDocument/2006/relationships/customXml" Target="../ink/ink207.xml"/><Relationship Id="rId146" Type="http://schemas.openxmlformats.org/officeDocument/2006/relationships/image" Target="../media/image166.png"/><Relationship Id="rId7" Type="http://schemas.openxmlformats.org/officeDocument/2006/relationships/customXml" Target="../ink/ink133.xml"/><Relationship Id="rId71" Type="http://schemas.openxmlformats.org/officeDocument/2006/relationships/customXml" Target="../ink/ink169.xml"/><Relationship Id="rId92" Type="http://schemas.openxmlformats.org/officeDocument/2006/relationships/image" Target="../media/image141.png"/><Relationship Id="rId2" Type="http://schemas.openxmlformats.org/officeDocument/2006/relationships/notesSlide" Target="../notesSlides/notesSlide27.xml"/><Relationship Id="rId29" Type="http://schemas.openxmlformats.org/officeDocument/2006/relationships/customXml" Target="../ink/ink144.xml"/><Relationship Id="rId24" Type="http://schemas.openxmlformats.org/officeDocument/2006/relationships/image" Target="../media/image95.png"/><Relationship Id="rId40" Type="http://schemas.openxmlformats.org/officeDocument/2006/relationships/customXml" Target="../ink/ink150.xml"/><Relationship Id="rId45" Type="http://schemas.openxmlformats.org/officeDocument/2006/relationships/image" Target="../media/image123.png"/><Relationship Id="rId66" Type="http://schemas.openxmlformats.org/officeDocument/2006/relationships/image" Target="../media/image129.png"/><Relationship Id="rId87" Type="http://schemas.openxmlformats.org/officeDocument/2006/relationships/customXml" Target="../ink/ink178.xml"/><Relationship Id="rId110" Type="http://schemas.openxmlformats.org/officeDocument/2006/relationships/image" Target="../media/image150.png"/><Relationship Id="rId115" Type="http://schemas.openxmlformats.org/officeDocument/2006/relationships/customXml" Target="../ink/ink192.xml"/><Relationship Id="rId131" Type="http://schemas.openxmlformats.org/officeDocument/2006/relationships/customXml" Target="../ink/ink202.xml"/><Relationship Id="rId136" Type="http://schemas.openxmlformats.org/officeDocument/2006/relationships/image" Target="../media/image161.png"/><Relationship Id="rId61" Type="http://schemas.openxmlformats.org/officeDocument/2006/relationships/customXml" Target="../ink/ink164.xml"/><Relationship Id="rId82" Type="http://schemas.openxmlformats.org/officeDocument/2006/relationships/image" Target="../media/image137.png"/><Relationship Id="rId152" Type="http://schemas.openxmlformats.org/officeDocument/2006/relationships/image" Target="../media/image169.png"/><Relationship Id="rId19" Type="http://schemas.openxmlformats.org/officeDocument/2006/relationships/customXml" Target="../ink/ink139.xml"/><Relationship Id="rId14" Type="http://schemas.openxmlformats.org/officeDocument/2006/relationships/image" Target="../media/image111.png"/><Relationship Id="rId30" Type="http://schemas.openxmlformats.org/officeDocument/2006/relationships/image" Target="../media/image116.png"/><Relationship Id="rId35" Type="http://schemas.openxmlformats.org/officeDocument/2006/relationships/customXml" Target="../ink/ink147.xml"/><Relationship Id="rId56" Type="http://schemas.openxmlformats.org/officeDocument/2006/relationships/customXml" Target="../ink/ink161.xml"/><Relationship Id="rId77" Type="http://schemas.openxmlformats.org/officeDocument/2006/relationships/customXml" Target="../ink/ink172.xml"/><Relationship Id="rId100" Type="http://schemas.openxmlformats.org/officeDocument/2006/relationships/image" Target="../media/image145.png"/><Relationship Id="rId105" Type="http://schemas.openxmlformats.org/officeDocument/2006/relationships/customXml" Target="../ink/ink187.xml"/><Relationship Id="rId126" Type="http://schemas.openxmlformats.org/officeDocument/2006/relationships/customXml" Target="../ink/ink198.xml"/><Relationship Id="rId147" Type="http://schemas.openxmlformats.org/officeDocument/2006/relationships/customXml" Target="../ink/ink210.xml"/><Relationship Id="rId8" Type="http://schemas.openxmlformats.org/officeDocument/2006/relationships/image" Target="../media/image87.png"/><Relationship Id="rId51" Type="http://schemas.openxmlformats.org/officeDocument/2006/relationships/customXml" Target="../ink/ink157.xml"/><Relationship Id="rId72" Type="http://schemas.openxmlformats.org/officeDocument/2006/relationships/image" Target="../media/image132.png"/><Relationship Id="rId93" Type="http://schemas.openxmlformats.org/officeDocument/2006/relationships/customXml" Target="../ink/ink181.xml"/><Relationship Id="rId98" Type="http://schemas.openxmlformats.org/officeDocument/2006/relationships/image" Target="../media/image144.png"/><Relationship Id="rId121" Type="http://schemas.openxmlformats.org/officeDocument/2006/relationships/image" Target="../media/image155.png"/><Relationship Id="rId142" Type="http://schemas.openxmlformats.org/officeDocument/2006/relationships/image" Target="../media/image164.png"/><Relationship Id="rId3" Type="http://schemas.openxmlformats.org/officeDocument/2006/relationships/customXml" Target="../ink/ink131.xml"/><Relationship Id="rId25" Type="http://schemas.openxmlformats.org/officeDocument/2006/relationships/customXml" Target="../ink/ink142.xml"/><Relationship Id="rId46" Type="http://schemas.openxmlformats.org/officeDocument/2006/relationships/customXml" Target="../ink/ink153.xml"/><Relationship Id="rId67" Type="http://schemas.openxmlformats.org/officeDocument/2006/relationships/customXml" Target="../ink/ink167.xml"/><Relationship Id="rId116" Type="http://schemas.openxmlformats.org/officeDocument/2006/relationships/customXml" Target="../ink/ink193.xml"/><Relationship Id="rId137" Type="http://schemas.openxmlformats.org/officeDocument/2006/relationships/customXml" Target="../ink/ink205.xml"/><Relationship Id="rId20" Type="http://schemas.openxmlformats.org/officeDocument/2006/relationships/image" Target="../media/image113.png"/><Relationship Id="rId41" Type="http://schemas.openxmlformats.org/officeDocument/2006/relationships/image" Target="../media/image121.png"/><Relationship Id="rId62" Type="http://schemas.openxmlformats.org/officeDocument/2006/relationships/image" Target="../media/image127.png"/><Relationship Id="rId83" Type="http://schemas.openxmlformats.org/officeDocument/2006/relationships/customXml" Target="../ink/ink175.xml"/><Relationship Id="rId88" Type="http://schemas.openxmlformats.org/officeDocument/2006/relationships/image" Target="../media/image139.png"/><Relationship Id="rId111" Type="http://schemas.openxmlformats.org/officeDocument/2006/relationships/customXml" Target="../ink/ink190.xml"/><Relationship Id="rId132" Type="http://schemas.openxmlformats.org/officeDocument/2006/relationships/image" Target="../media/image159.png"/><Relationship Id="rId153" Type="http://schemas.openxmlformats.org/officeDocument/2006/relationships/customXml" Target="../ink/ink213.xml"/><Relationship Id="rId15" Type="http://schemas.openxmlformats.org/officeDocument/2006/relationships/customXml" Target="../ink/ink137.xml"/><Relationship Id="rId36" Type="http://schemas.openxmlformats.org/officeDocument/2006/relationships/image" Target="../media/image119.png"/><Relationship Id="rId57" Type="http://schemas.openxmlformats.org/officeDocument/2006/relationships/customXml" Target="../ink/ink162.xml"/><Relationship Id="rId106" Type="http://schemas.openxmlformats.org/officeDocument/2006/relationships/image" Target="../media/image148.png"/><Relationship Id="rId127" Type="http://schemas.openxmlformats.org/officeDocument/2006/relationships/customXml" Target="../ink/ink199.xml"/><Relationship Id="rId10" Type="http://schemas.openxmlformats.org/officeDocument/2006/relationships/image" Target="../media/image88.png"/><Relationship Id="rId31" Type="http://schemas.openxmlformats.org/officeDocument/2006/relationships/customXml" Target="../ink/ink145.xml"/><Relationship Id="rId52" Type="http://schemas.openxmlformats.org/officeDocument/2006/relationships/customXml" Target="../ink/ink158.xml"/><Relationship Id="rId73" Type="http://schemas.openxmlformats.org/officeDocument/2006/relationships/customXml" Target="../ink/ink170.xml"/><Relationship Id="rId78" Type="http://schemas.openxmlformats.org/officeDocument/2006/relationships/image" Target="../media/image135.png"/><Relationship Id="rId94" Type="http://schemas.openxmlformats.org/officeDocument/2006/relationships/image" Target="../media/image142.png"/><Relationship Id="rId99" Type="http://schemas.openxmlformats.org/officeDocument/2006/relationships/customXml" Target="../ink/ink184.xml"/><Relationship Id="rId101" Type="http://schemas.openxmlformats.org/officeDocument/2006/relationships/customXml" Target="../ink/ink185.xml"/><Relationship Id="rId122" Type="http://schemas.openxmlformats.org/officeDocument/2006/relationships/customXml" Target="../ink/ink196.xml"/><Relationship Id="rId143" Type="http://schemas.openxmlformats.org/officeDocument/2006/relationships/customXml" Target="../ink/ink208.xml"/><Relationship Id="rId148" Type="http://schemas.openxmlformats.org/officeDocument/2006/relationships/image" Target="../media/image167.png"/><Relationship Id="rId4" Type="http://schemas.openxmlformats.org/officeDocument/2006/relationships/image" Target="../media/image4.png"/><Relationship Id="rId9" Type="http://schemas.openxmlformats.org/officeDocument/2006/relationships/customXml" Target="../ink/ink134.xml"/><Relationship Id="rId26" Type="http://schemas.openxmlformats.org/officeDocument/2006/relationships/image" Target="../media/image96.png"/><Relationship Id="rId47" Type="http://schemas.openxmlformats.org/officeDocument/2006/relationships/image" Target="../media/image124.png"/><Relationship Id="rId68" Type="http://schemas.openxmlformats.org/officeDocument/2006/relationships/image" Target="../media/image130.png"/><Relationship Id="rId89" Type="http://schemas.openxmlformats.org/officeDocument/2006/relationships/customXml" Target="../ink/ink179.xml"/><Relationship Id="rId112" Type="http://schemas.openxmlformats.org/officeDocument/2006/relationships/image" Target="../media/image151.png"/><Relationship Id="rId133" Type="http://schemas.openxmlformats.org/officeDocument/2006/relationships/customXml" Target="../ink/ink203.xml"/><Relationship Id="rId154" Type="http://schemas.openxmlformats.org/officeDocument/2006/relationships/image" Target="../media/image170.png"/><Relationship Id="rId16" Type="http://schemas.openxmlformats.org/officeDocument/2006/relationships/image" Target="../media/image112.png"/><Relationship Id="rId37" Type="http://schemas.openxmlformats.org/officeDocument/2006/relationships/customXml" Target="../ink/ink148.xml"/><Relationship Id="rId58" Type="http://schemas.openxmlformats.org/officeDocument/2006/relationships/image" Target="../media/image125.png"/><Relationship Id="rId79" Type="http://schemas.openxmlformats.org/officeDocument/2006/relationships/customXml" Target="../ink/ink173.xml"/><Relationship Id="rId102" Type="http://schemas.openxmlformats.org/officeDocument/2006/relationships/image" Target="../media/image146.png"/><Relationship Id="rId123" Type="http://schemas.openxmlformats.org/officeDocument/2006/relationships/image" Target="../media/image156.png"/><Relationship Id="rId144" Type="http://schemas.openxmlformats.org/officeDocument/2006/relationships/image" Target="../media/image165.png"/><Relationship Id="rId90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customXml" Target="../ink/ink214.xml"/><Relationship Id="rId7" Type="http://schemas.openxmlformats.org/officeDocument/2006/relationships/customXml" Target="../ink/ink216.xml"/><Relationship Id="rId12" Type="http://schemas.openxmlformats.org/officeDocument/2006/relationships/image" Target="../media/image1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customXml" Target="../ink/ink218.xml"/><Relationship Id="rId5" Type="http://schemas.openxmlformats.org/officeDocument/2006/relationships/customXml" Target="../ink/ink215.xml"/><Relationship Id="rId10" Type="http://schemas.openxmlformats.org/officeDocument/2006/relationships/image" Target="../media/image174.png"/><Relationship Id="rId4" Type="http://schemas.openxmlformats.org/officeDocument/2006/relationships/image" Target="../media/image171.png"/><Relationship Id="rId9" Type="http://schemas.openxmlformats.org/officeDocument/2006/relationships/customXml" Target="../ink/ink21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customXml" Target="../ink/ink219.xml"/><Relationship Id="rId7" Type="http://schemas.openxmlformats.org/officeDocument/2006/relationships/customXml" Target="../ink/ink221.xml"/><Relationship Id="rId12" Type="http://schemas.openxmlformats.org/officeDocument/2006/relationships/image" Target="../media/image1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customXml" Target="../ink/ink223.xml"/><Relationship Id="rId5" Type="http://schemas.openxmlformats.org/officeDocument/2006/relationships/customXml" Target="../ink/ink220.xml"/><Relationship Id="rId10" Type="http://schemas.openxmlformats.org/officeDocument/2006/relationships/image" Target="../media/image179.png"/><Relationship Id="rId4" Type="http://schemas.openxmlformats.org/officeDocument/2006/relationships/image" Target="../media/image176.png"/><Relationship Id="rId9" Type="http://schemas.openxmlformats.org/officeDocument/2006/relationships/customXml" Target="../ink/ink2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7.xml"/><Relationship Id="rId13" Type="http://schemas.openxmlformats.org/officeDocument/2006/relationships/image" Target="../media/image186.png"/><Relationship Id="rId18" Type="http://schemas.openxmlformats.org/officeDocument/2006/relationships/customXml" Target="../ink/ink232.xml"/><Relationship Id="rId3" Type="http://schemas.openxmlformats.org/officeDocument/2006/relationships/image" Target="../media/image181.png"/><Relationship Id="rId21" Type="http://schemas.openxmlformats.org/officeDocument/2006/relationships/image" Target="../media/image189.png"/><Relationship Id="rId7" Type="http://schemas.openxmlformats.org/officeDocument/2006/relationships/image" Target="../media/image183.png"/><Relationship Id="rId12" Type="http://schemas.openxmlformats.org/officeDocument/2006/relationships/customXml" Target="../ink/ink229.xml"/><Relationship Id="rId17" Type="http://schemas.openxmlformats.org/officeDocument/2006/relationships/image" Target="../media/image187.png"/><Relationship Id="rId2" Type="http://schemas.openxmlformats.org/officeDocument/2006/relationships/customXml" Target="../ink/ink224.xml"/><Relationship Id="rId16" Type="http://schemas.openxmlformats.org/officeDocument/2006/relationships/customXml" Target="../ink/ink231.xml"/><Relationship Id="rId20" Type="http://schemas.openxmlformats.org/officeDocument/2006/relationships/customXml" Target="../ink/ink23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6.xml"/><Relationship Id="rId11" Type="http://schemas.openxmlformats.org/officeDocument/2006/relationships/image" Target="../media/image185.png"/><Relationship Id="rId5" Type="http://schemas.openxmlformats.org/officeDocument/2006/relationships/image" Target="../media/image182.png"/><Relationship Id="rId15" Type="http://schemas.openxmlformats.org/officeDocument/2006/relationships/image" Target="../media/image18.png"/><Relationship Id="rId23" Type="http://schemas.openxmlformats.org/officeDocument/2006/relationships/image" Target="../media/image190.png"/><Relationship Id="rId10" Type="http://schemas.openxmlformats.org/officeDocument/2006/relationships/customXml" Target="../ink/ink228.xml"/><Relationship Id="rId19" Type="http://schemas.openxmlformats.org/officeDocument/2006/relationships/image" Target="../media/image188.png"/><Relationship Id="rId4" Type="http://schemas.openxmlformats.org/officeDocument/2006/relationships/customXml" Target="../ink/ink225.xml"/><Relationship Id="rId9" Type="http://schemas.openxmlformats.org/officeDocument/2006/relationships/image" Target="../media/image184.png"/><Relationship Id="rId14" Type="http://schemas.openxmlformats.org/officeDocument/2006/relationships/customXml" Target="../ink/ink230.xml"/><Relationship Id="rId22" Type="http://schemas.openxmlformats.org/officeDocument/2006/relationships/customXml" Target="../ink/ink2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customXml" Target="../ink/ink235.xml"/><Relationship Id="rId7" Type="http://schemas.openxmlformats.org/officeDocument/2006/relationships/customXml" Target="../ink/ink237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5" Type="http://schemas.openxmlformats.org/officeDocument/2006/relationships/customXml" Target="../ink/ink236.xml"/><Relationship Id="rId10" Type="http://schemas.openxmlformats.org/officeDocument/2006/relationships/image" Target="../media/image194.png"/><Relationship Id="rId4" Type="http://schemas.openxmlformats.org/officeDocument/2006/relationships/image" Target="../media/image191.png"/><Relationship Id="rId9" Type="http://schemas.openxmlformats.org/officeDocument/2006/relationships/customXml" Target="../ink/ink23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C59F3A-A08F-A00E-977E-1FCF1D07DC42}"/>
              </a:ext>
            </a:extLst>
          </p:cNvPr>
          <p:cNvSpPr txBox="1"/>
          <p:nvPr/>
        </p:nvSpPr>
        <p:spPr>
          <a:xfrm>
            <a:off x="419100" y="267773"/>
            <a:ext cx="6217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個人專題的目標</a:t>
            </a:r>
            <a:endParaRPr lang="en-US" altLang="zh-TW" sz="3200" dirty="0"/>
          </a:p>
          <a:p>
            <a:r>
              <a:rPr lang="en-US" altLang="zh-TW" sz="3200" dirty="0"/>
              <a:t>     </a:t>
            </a:r>
            <a:r>
              <a:rPr lang="zh-TW" altLang="en-US" sz="3200" dirty="0"/>
              <a:t>很重要，因為要證明給業界看</a:t>
            </a:r>
            <a:endParaRPr lang="en-US" altLang="zh-TW" sz="3200" dirty="0"/>
          </a:p>
          <a:p>
            <a:r>
              <a:rPr lang="zh-TW" altLang="en-US" sz="3200" dirty="0"/>
              <a:t>個人專題的玩法</a:t>
            </a:r>
            <a:endParaRPr lang="en-US" altLang="zh-TW" sz="3200" dirty="0"/>
          </a:p>
          <a:p>
            <a:r>
              <a:rPr lang="zh-TW" altLang="en-US" sz="3200" dirty="0"/>
              <a:t>個人專題要交付的內容</a:t>
            </a:r>
            <a:endParaRPr lang="en-US" altLang="zh-TW" sz="3200" dirty="0"/>
          </a:p>
          <a:p>
            <a:r>
              <a:rPr lang="zh-TW" altLang="en-US" sz="3200" dirty="0"/>
              <a:t>架構演進史重提</a:t>
            </a:r>
            <a:endParaRPr lang="en-US" altLang="zh-TW" sz="3200" dirty="0"/>
          </a:p>
          <a:p>
            <a:r>
              <a:rPr lang="zh-TW" altLang="en-US" sz="3200" dirty="0"/>
              <a:t>各題目說明</a:t>
            </a:r>
            <a:endParaRPr lang="en-US" altLang="zh-TW" sz="3200" dirty="0"/>
          </a:p>
          <a:p>
            <a:r>
              <a:rPr lang="zh-TW" altLang="en-US" sz="3200" dirty="0"/>
              <a:t>善用問問</a:t>
            </a:r>
            <a:r>
              <a:rPr lang="en-US" altLang="zh-TW" sz="3200" dirty="0"/>
              <a:t>Gemini</a:t>
            </a:r>
            <a:endParaRPr lang="zh-TW" altLang="en-US" sz="3200" dirty="0"/>
          </a:p>
        </p:txBody>
      </p:sp>
      <p:sp>
        <p:nvSpPr>
          <p:cNvPr id="3" name="笑臉 2">
            <a:extLst>
              <a:ext uri="{FF2B5EF4-FFF2-40B4-BE49-F238E27FC236}">
                <a16:creationId xmlns:a16="http://schemas.microsoft.com/office/drawing/2014/main" id="{3CC5066E-D742-290C-E109-BE25454A7079}"/>
              </a:ext>
            </a:extLst>
          </p:cNvPr>
          <p:cNvSpPr/>
          <p:nvPr/>
        </p:nvSpPr>
        <p:spPr>
          <a:xfrm>
            <a:off x="2819400" y="5033071"/>
            <a:ext cx="2567940" cy="24003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12F87B-3285-561F-53B5-2B4185FC2197}"/>
              </a:ext>
            </a:extLst>
          </p:cNvPr>
          <p:cNvSpPr txBox="1"/>
          <p:nvPr/>
        </p:nvSpPr>
        <p:spPr>
          <a:xfrm>
            <a:off x="7101840" y="946489"/>
            <a:ext cx="8496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雲端維運工程師篇</a:t>
            </a:r>
            <a:endParaRPr lang="en-US" altLang="zh-TW" sz="3200" dirty="0"/>
          </a:p>
          <a:p>
            <a:r>
              <a:rPr lang="zh-TW" altLang="en-US" sz="3200" dirty="0"/>
              <a:t>如果有人問我們，它們公司的問題該怎麼解</a:t>
            </a:r>
            <a:r>
              <a:rPr lang="en-US" altLang="zh-TW" sz="3200" dirty="0"/>
              <a:t>?</a:t>
            </a:r>
          </a:p>
          <a:p>
            <a:r>
              <a:rPr lang="zh-TW" altLang="en-US" sz="3200" dirty="0"/>
              <a:t>小公司</a:t>
            </a:r>
            <a:r>
              <a:rPr lang="en-US" altLang="zh-TW" sz="3200" dirty="0"/>
              <a:t>-</a:t>
            </a:r>
            <a:r>
              <a:rPr lang="zh-TW" altLang="en-US" sz="3200" dirty="0"/>
              <a:t>用戶量不大的專題</a:t>
            </a:r>
            <a:endParaRPr lang="en-US" altLang="zh-TW" sz="3200" dirty="0"/>
          </a:p>
          <a:p>
            <a:r>
              <a:rPr lang="zh-TW" altLang="en-US" sz="3200" dirty="0"/>
              <a:t>小公司</a:t>
            </a:r>
            <a:r>
              <a:rPr lang="en-US" altLang="zh-TW" sz="3200" dirty="0"/>
              <a:t>-</a:t>
            </a:r>
            <a:r>
              <a:rPr lang="zh-TW" altLang="en-US" sz="3200" dirty="0"/>
              <a:t>系統自動化運維</a:t>
            </a:r>
            <a:r>
              <a:rPr lang="en-US" altLang="zh-TW" sz="3200" dirty="0"/>
              <a:t>-&gt;</a:t>
            </a:r>
            <a:r>
              <a:rPr lang="zh-TW" altLang="en-US" sz="3200" dirty="0"/>
              <a:t> </a:t>
            </a:r>
            <a:r>
              <a:rPr lang="en-US" altLang="zh-TW" sz="3200" dirty="0"/>
              <a:t>AI</a:t>
            </a:r>
            <a:r>
              <a:rPr lang="zh-TW" altLang="en-US" sz="3200" dirty="0"/>
              <a:t>化運維</a:t>
            </a:r>
            <a:endParaRPr lang="en-US" altLang="zh-TW" sz="3200" dirty="0"/>
          </a:p>
          <a:p>
            <a:r>
              <a:rPr lang="zh-TW" altLang="en-US" sz="3200" dirty="0"/>
              <a:t>提升安全性，系統切割到公私網段</a:t>
            </a:r>
            <a:endParaRPr lang="en-US" altLang="zh-TW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221454-3F6F-3A28-1CEE-381D70E2BCB7}"/>
              </a:ext>
            </a:extLst>
          </p:cNvPr>
          <p:cNvSpPr txBox="1"/>
          <p:nvPr/>
        </p:nvSpPr>
        <p:spPr>
          <a:xfrm>
            <a:off x="7101840" y="3796561"/>
            <a:ext cx="113614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軟體開發與維運</a:t>
            </a:r>
            <a:r>
              <a:rPr lang="en-US" altLang="zh-TW" sz="3200" dirty="0"/>
              <a:t>-DevOps</a:t>
            </a:r>
            <a:r>
              <a:rPr lang="zh-TW" altLang="en-US" sz="3200" dirty="0"/>
              <a:t>工程師篇</a:t>
            </a:r>
            <a:endParaRPr lang="en-US" altLang="zh-TW" sz="3200" dirty="0"/>
          </a:p>
          <a:p>
            <a:r>
              <a:rPr lang="zh-TW" altLang="en-US" sz="3200" dirty="0"/>
              <a:t>寫程式功能 </a:t>
            </a:r>
            <a:r>
              <a:rPr lang="en-US" altLang="zh-TW" sz="3200" dirty="0"/>
              <a:t>-&gt; </a:t>
            </a:r>
            <a:r>
              <a:rPr lang="zh-TW" altLang="en-US" sz="3200" dirty="0"/>
              <a:t>測試 </a:t>
            </a:r>
            <a:r>
              <a:rPr lang="en-US" altLang="zh-TW" sz="3200" dirty="0"/>
              <a:t>-&gt;</a:t>
            </a:r>
            <a:r>
              <a:rPr lang="zh-TW" altLang="en-US" sz="3200" dirty="0"/>
              <a:t> 上線 </a:t>
            </a:r>
            <a:r>
              <a:rPr lang="en-US" altLang="zh-TW" sz="3200" dirty="0"/>
              <a:t>=&gt;</a:t>
            </a:r>
            <a:r>
              <a:rPr lang="zh-TW" altLang="en-US" sz="3200" dirty="0"/>
              <a:t> 無限循環</a:t>
            </a:r>
            <a:endParaRPr lang="en-US" altLang="zh-TW" sz="3200" dirty="0"/>
          </a:p>
          <a:p>
            <a:r>
              <a:rPr lang="zh-TW" altLang="en-US" sz="3200" dirty="0"/>
              <a:t>公司有一個產品，你要幫他寫五支功能</a:t>
            </a:r>
            <a:r>
              <a:rPr lang="en-US" altLang="zh-TW" sz="3200" dirty="0"/>
              <a:t>-&gt; </a:t>
            </a:r>
            <a:r>
              <a:rPr lang="zh-TW" altLang="en-US" sz="3200" dirty="0"/>
              <a:t>開發到發布的流程</a:t>
            </a:r>
            <a:endParaRPr lang="en-US" altLang="zh-TW" sz="3200" dirty="0"/>
          </a:p>
          <a:p>
            <a:r>
              <a:rPr lang="zh-TW" altLang="en-US" sz="3200" dirty="0"/>
              <a:t>公司那個產品越來越龐大，拆成獨立的小功能 </a:t>
            </a:r>
            <a:r>
              <a:rPr lang="en-US" altLang="zh-TW" sz="3200" dirty="0"/>
              <a:t>-&gt;</a:t>
            </a:r>
            <a:r>
              <a:rPr lang="zh-TW" altLang="en-US" sz="3200" dirty="0"/>
              <a:t> 微服務</a:t>
            </a:r>
            <a:endParaRPr lang="en-US" altLang="zh-TW" sz="32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2598C7-6F01-8484-C856-4B21B06FD64C}"/>
              </a:ext>
            </a:extLst>
          </p:cNvPr>
          <p:cNvSpPr/>
          <p:nvPr/>
        </p:nvSpPr>
        <p:spPr>
          <a:xfrm>
            <a:off x="6278880" y="8412480"/>
            <a:ext cx="2026920" cy="175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  <a:p>
            <a:pPr algn="ctr"/>
            <a:r>
              <a:rPr lang="en-US" altLang="zh-TW" dirty="0"/>
              <a:t>2</a:t>
            </a:r>
          </a:p>
          <a:p>
            <a:pPr algn="ctr"/>
            <a:r>
              <a:rPr lang="en-US" altLang="zh-TW" dirty="0"/>
              <a:t>3</a:t>
            </a:r>
          </a:p>
          <a:p>
            <a:pPr algn="ctr"/>
            <a:r>
              <a:rPr lang="en-US" altLang="zh-TW" dirty="0"/>
              <a:t>4</a:t>
            </a:r>
          </a:p>
          <a:p>
            <a:pPr algn="ctr"/>
            <a:r>
              <a:rPr lang="en-US" altLang="zh-TW" dirty="0"/>
              <a:t>5</a:t>
            </a:r>
          </a:p>
          <a:p>
            <a:pPr algn="ctr"/>
            <a:r>
              <a:rPr lang="en-US" altLang="zh-TW" dirty="0"/>
              <a:t>6</a:t>
            </a:r>
          </a:p>
          <a:p>
            <a:pPr algn="ctr"/>
            <a:r>
              <a:rPr lang="en-US" altLang="zh-TW" dirty="0"/>
              <a:t>7</a:t>
            </a:r>
          </a:p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7A503B2A-E793-B5C0-39C2-78FDE2973293}"/>
              </a:ext>
            </a:extLst>
          </p:cNvPr>
          <p:cNvCxnSpPr/>
          <p:nvPr/>
        </p:nvCxnSpPr>
        <p:spPr>
          <a:xfrm>
            <a:off x="8343900" y="9098280"/>
            <a:ext cx="1043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090188B8-CBC4-6383-BBD5-FB3BFAA89E3A}"/>
              </a:ext>
            </a:extLst>
          </p:cNvPr>
          <p:cNvSpPr/>
          <p:nvPr/>
        </p:nvSpPr>
        <p:spPr>
          <a:xfrm>
            <a:off x="10119360" y="8412480"/>
            <a:ext cx="2026920" cy="175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統一訪問入口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0D98BF-A777-3E62-BCFD-AE95770215A4}"/>
              </a:ext>
            </a:extLst>
          </p:cNvPr>
          <p:cNvSpPr/>
          <p:nvPr/>
        </p:nvSpPr>
        <p:spPr>
          <a:xfrm>
            <a:off x="12694922" y="7871460"/>
            <a:ext cx="2026920" cy="689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957E4C-773D-25EF-AAF8-3419B363F125}"/>
              </a:ext>
            </a:extLst>
          </p:cNvPr>
          <p:cNvSpPr/>
          <p:nvPr/>
        </p:nvSpPr>
        <p:spPr>
          <a:xfrm>
            <a:off x="12694922" y="8753444"/>
            <a:ext cx="2026920" cy="689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E3C7F67-2261-2A75-B3E8-1589F874A6E5}"/>
              </a:ext>
            </a:extLst>
          </p:cNvPr>
          <p:cNvSpPr/>
          <p:nvPr/>
        </p:nvSpPr>
        <p:spPr>
          <a:xfrm>
            <a:off x="12694922" y="9659212"/>
            <a:ext cx="2026920" cy="689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9EC55870-F47C-096F-B36F-CB4C9FBD709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12199620" y="8216296"/>
            <a:ext cx="495302" cy="958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27B673BF-C093-BD04-365A-B237A91147F5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 flipV="1">
            <a:off x="12146280" y="9098280"/>
            <a:ext cx="548642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2DF36BF-CEB7-D140-542E-A0CAD9149AB2}"/>
              </a:ext>
            </a:extLst>
          </p:cNvPr>
          <p:cNvSpPr txBox="1"/>
          <p:nvPr/>
        </p:nvSpPr>
        <p:spPr>
          <a:xfrm>
            <a:off x="7101840" y="5959265"/>
            <a:ext cx="11361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AI</a:t>
            </a:r>
            <a:r>
              <a:rPr lang="zh-TW" altLang="en-US" sz="3200" dirty="0"/>
              <a:t>軟體建置與維運</a:t>
            </a:r>
            <a:endParaRPr lang="en-US" altLang="zh-TW" sz="3200" dirty="0"/>
          </a:p>
          <a:p>
            <a:r>
              <a:rPr lang="zh-TW" altLang="en-US" sz="3200" dirty="0"/>
              <a:t>建立</a:t>
            </a:r>
            <a:r>
              <a:rPr lang="en-US" altLang="zh-TW" sz="3200" dirty="0"/>
              <a:t>AI-Agent -&gt; </a:t>
            </a:r>
            <a:r>
              <a:rPr lang="zh-TW" altLang="en-US" sz="3200" dirty="0"/>
              <a:t>引用雲端大模型</a:t>
            </a:r>
            <a:r>
              <a:rPr lang="en-US" altLang="zh-TW" sz="3200" dirty="0"/>
              <a:t>-&gt;</a:t>
            </a:r>
            <a:r>
              <a:rPr lang="zh-TW" altLang="en-US" sz="3200" dirty="0"/>
              <a:t>監控大模型的調用狀況、監控</a:t>
            </a:r>
            <a:r>
              <a:rPr lang="en-US" altLang="zh-TW" sz="3200" dirty="0"/>
              <a:t>ai-agent</a:t>
            </a:r>
            <a:r>
              <a:rPr lang="zh-TW" altLang="en-US" sz="3200" dirty="0"/>
              <a:t> 安全性</a:t>
            </a:r>
            <a:r>
              <a:rPr lang="en-US" altLang="zh-TW" sz="3200" dirty="0"/>
              <a:t> </a:t>
            </a:r>
            <a:r>
              <a:rPr lang="zh-TW" altLang="en-US" sz="3200" dirty="0"/>
              <a:t>費用</a:t>
            </a:r>
            <a:endParaRPr lang="en-US" altLang="zh-TW" sz="3200" dirty="0"/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2AD18DD7-4F9D-DC8A-D212-051DF6B22443}"/>
              </a:ext>
            </a:extLst>
          </p:cNvPr>
          <p:cNvCxnSpPr>
            <a:cxnSpLocks/>
          </p:cNvCxnSpPr>
          <p:nvPr/>
        </p:nvCxnSpPr>
        <p:spPr>
          <a:xfrm flipV="1">
            <a:off x="5387340" y="2037488"/>
            <a:ext cx="1645920" cy="3615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AF4A4CE8-15C3-0970-DDD9-59BA32CBAD02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5318760" y="4827613"/>
            <a:ext cx="1783080" cy="925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9337A2B-6C91-4475-1234-4E1B47AB778C}"/>
              </a:ext>
            </a:extLst>
          </p:cNvPr>
          <p:cNvCxnSpPr>
            <a:cxnSpLocks/>
          </p:cNvCxnSpPr>
          <p:nvPr/>
        </p:nvCxnSpPr>
        <p:spPr>
          <a:xfrm>
            <a:off x="5353050" y="5753242"/>
            <a:ext cx="1680210" cy="1125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39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7284A"/>
              </a:gs>
              <a:gs pos="60000">
                <a:srgbClr val="0C1526"/>
              </a:gs>
              <a:gs pos="100000">
                <a:srgbClr val="0C152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43000" y="2456855"/>
            <a:ext cx="495300" cy="571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790700" y="2311598"/>
            <a:ext cx="585119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FINAL PROJECT · 選題說明書 × 檢核表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43000" y="3040261"/>
            <a:ext cx="16482060" cy="237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Arial"/>
              <a:buNone/>
            </a:pPr>
            <a:r>
              <a:rPr lang="en-US" sz="8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雲端與 AI Agent 期末專題</a:t>
            </a:r>
            <a:endParaRPr sz="8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143000" y="5797153"/>
            <a:ext cx="12263438" cy="110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全卷鐵則：所有成品一律 </a:t>
            </a:r>
            <a:r>
              <a:rPr lang="en-US" sz="24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部署到 AWS </a:t>
            </a:r>
            <a:r>
              <a:rPr lang="en-US" sz="247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· AI 題走 </a:t>
            </a:r>
            <a:r>
              <a:rPr lang="en-US" sz="24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LangChain / Agentic AI </a:t>
            </a:r>
            <a:r>
              <a:rPr lang="en-US" sz="247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（跑在 AWS 上，LLM 可接 Bedrock） · 保底題： </a:t>
            </a:r>
            <a:r>
              <a:rPr lang="en-US" sz="24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 伺服器 </a:t>
            </a:r>
            <a:r>
              <a:rPr lang="en-US" sz="247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sz="24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WordPress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43000" y="7475339"/>
            <a:ext cx="1451744" cy="50006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FFF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343025" y="7570589"/>
            <a:ext cx="1127894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6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8FA0B6"/>
                </a:solidFill>
                <a:latin typeface="Courier New"/>
                <a:ea typeface="Courier New"/>
                <a:cs typeface="Courier New"/>
                <a:sym typeface="Courier New"/>
              </a:rPr>
              <a:t>11 主線題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28094" y="7475339"/>
            <a:ext cx="1320254" cy="50006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FFF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928119" y="7570589"/>
            <a:ext cx="996404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6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8FA0B6"/>
                </a:solidFill>
                <a:latin typeface="Courier New"/>
                <a:ea typeface="Courier New"/>
                <a:cs typeface="Courier New"/>
                <a:sym typeface="Courier New"/>
              </a:rPr>
              <a:t>4 延伸題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81698" y="7475339"/>
            <a:ext cx="1714723" cy="50006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FFF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381723" y="7570589"/>
            <a:ext cx="1390873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6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8FA0B6"/>
                </a:solidFill>
                <a:latin typeface="Courier New"/>
                <a:ea typeface="Courier New"/>
                <a:cs typeface="Courier New"/>
                <a:sym typeface="Courier New"/>
              </a:rPr>
              <a:t>Tier 0 → 5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1143000" y="1319213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630784" y="857250"/>
            <a:ext cx="3405187" cy="91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今天的流程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3000" y="45981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905000" y="4583906"/>
            <a:ext cx="317353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三條鐵則</a:t>
            </a:r>
            <a:r>
              <a:rPr lang="en-US" sz="247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-US" sz="2025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開賽前必讀</a:t>
            </a:r>
            <a:endParaRPr sz="24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429750" y="45981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191750" y="4583906"/>
            <a:ext cx="412289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五大評分維度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100 分怎麼給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3000" y="52839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905000" y="5269706"/>
            <a:ext cx="449435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難度階梯 Tier 0–5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你要爬到哪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429750" y="52839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191750" y="5269706"/>
            <a:ext cx="489814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AI 題的兩種路線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寫程式 or 拉流程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43000" y="59697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905000" y="5955506"/>
            <a:ext cx="373932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費用控管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別讓帳單嚇死你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429750" y="59697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B7791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191750" y="5955506"/>
            <a:ext cx="390933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11 個主線題目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一題一題看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3000" y="66555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905000" y="6641306"/>
            <a:ext cx="4868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4 個延伸／替代題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換口味 or 暖身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429750" y="6655594"/>
            <a:ext cx="609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850"/>
              <a:buFont typeface="Courier New"/>
              <a:buNone/>
            </a:pPr>
            <a:r>
              <a:rPr lang="en-US" sz="2850" b="1" i="0" u="none" strike="noStrike" cap="none">
                <a:solidFill>
                  <a:srgbClr val="141D2B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191750" y="6641306"/>
            <a:ext cx="5358013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如何選題與繳交 </a:t>
            </a: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— 繳交格式 + 完整範例</a:t>
            </a:r>
            <a:endParaRPr sz="24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52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1143000" y="1319213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630784" y="857250"/>
            <a:ext cx="2724150" cy="91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三條鐵則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143000" y="2176463"/>
            <a:ext cx="5118050" cy="7253288"/>
          </a:xfrm>
          <a:prstGeom prst="roundRect">
            <a:avLst>
              <a:gd name="adj" fmla="val 4094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143000" y="2176463"/>
            <a:ext cx="5118050" cy="47625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24000" y="2643188"/>
            <a:ext cx="4791655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鐵則 1 · 共通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524000" y="3105150"/>
            <a:ext cx="47916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一律落地 AWS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524000" y="3829050"/>
            <a:ext cx="4486732" cy="228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所有題目最終都必須部署到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AWS。LangChain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/ Agentic AI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也一律跑在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AWS（EC2 / Lambda / ECS）。 </a:t>
            </a:r>
            <a:r>
              <a:rPr lang="en-US" sz="2025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本地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VM </a:t>
            </a:r>
            <a:r>
              <a:rPr lang="en-US" sz="2025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只能當練習-dify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成績以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AWS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上實際運作為準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584900" y="2176463"/>
            <a:ext cx="5118125" cy="7253288"/>
          </a:xfrm>
          <a:prstGeom prst="roundRect">
            <a:avLst>
              <a:gd name="adj" fmla="val 4094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584900" y="2176463"/>
            <a:ext cx="5118125" cy="47625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965900" y="2643188"/>
            <a:ext cx="4791737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鐵則 2 · 保底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965900" y="3105150"/>
            <a:ext cx="47917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先求有，再求好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965900" y="3829050"/>
            <a:ext cx="4486809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完成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Tier 0 </a:t>
            </a:r>
            <a:r>
              <a:rPr lang="en-US" sz="2025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任一題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且維度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①（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能跑）與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②（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架構）達標，即為及格。安全、自動化、文件與更高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Tier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都是加分項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026875" y="2176463"/>
            <a:ext cx="5118050" cy="7253288"/>
          </a:xfrm>
          <a:prstGeom prst="roundRect">
            <a:avLst>
              <a:gd name="adj" fmla="val 4094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2026875" y="2176463"/>
            <a:ext cx="5118050" cy="4762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2407875" y="2643188"/>
            <a:ext cx="4791655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F1948A"/>
                </a:solidFill>
                <a:latin typeface="Courier New"/>
                <a:ea typeface="Courier New"/>
                <a:cs typeface="Courier New"/>
                <a:sym typeface="Courier New"/>
              </a:rPr>
              <a:t>鐵則 3 · 費用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407875" y="3105150"/>
            <a:ext cx="47916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燒錢</a:t>
            </a:r>
            <a:r>
              <a:rPr lang="zh-TW" altLang="en-US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可以</a:t>
            </a:r>
            <a:r>
              <a:rPr lang="zh-TW" altLang="en-US" sz="3000" b="1" dirty="0">
                <a:solidFill>
                  <a:srgbClr val="FFFFFF"/>
                </a:solidFill>
              </a:rPr>
              <a:t>，但不要冤枉的費用</a:t>
            </a:r>
            <a:endParaRPr lang="en-US" altLang="zh-TW" sz="3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2407875" y="3829050"/>
            <a:ext cx="448673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zh-TW" altLang="en-US" sz="2025" dirty="0">
                <a:solidFill>
                  <a:srgbClr val="C4CEDC"/>
                </a:solidFill>
              </a:rPr>
              <a:t>盡量先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Free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方案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最小規格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。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開帳先設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Budgets </a:t>
            </a:r>
            <a:r>
              <a:rPr lang="en-US" sz="2025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告警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altLang="en-US" sz="2025" dirty="0">
                <a:solidFill>
                  <a:srgbClr val="C4CEDC"/>
                </a:solidFill>
              </a:rPr>
              <a:t>用</a:t>
            </a:r>
            <a:r>
              <a:rPr lang="en-US" altLang="zh-TW" sz="2025" dirty="0">
                <a:solidFill>
                  <a:srgbClr val="C4CEDC"/>
                </a:solidFill>
              </a:rPr>
              <a:t>ai-</a:t>
            </a:r>
            <a:r>
              <a:rPr lang="en-US" altLang="zh-TW" sz="2025" dirty="0" err="1">
                <a:solidFill>
                  <a:srgbClr val="C4CEDC"/>
                </a:solidFill>
              </a:rPr>
              <a:t>mcp</a:t>
            </a:r>
            <a:r>
              <a:rPr lang="zh-TW" altLang="en-US" sz="2025" dirty="0">
                <a:solidFill>
                  <a:srgbClr val="C4CEDC"/>
                </a:solidFill>
              </a:rPr>
              <a:t>紀錄妳的專題紀錄，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完就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terminate。 </a:t>
            </a:r>
            <a:r>
              <a:rPr lang="en-US" sz="2025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切勿</a:t>
            </a:r>
            <a:r>
              <a:rPr lang="en-US" sz="2025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join AWS Organizations 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額度會瞬間歸零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）。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1143000" y="11811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630784" y="781050"/>
            <a:ext cx="370903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五大評分維度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269334" y="1081088"/>
            <a:ext cx="119464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總分 100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43000" y="1943100"/>
            <a:ext cx="16002000" cy="1290638"/>
          </a:xfrm>
          <a:prstGeom prst="roundRect">
            <a:avLst>
              <a:gd name="adj" fmla="val 118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143000" y="3224213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143000" y="1943100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143000" y="1943100"/>
            <a:ext cx="57150" cy="129063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7135475" y="1943100"/>
            <a:ext cx="9525" cy="129063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447800" y="2307431"/>
            <a:ext cx="112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876550" y="2181225"/>
            <a:ext cx="136940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① 能跑起來（可用性）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876550" y="2647950"/>
            <a:ext cx="1369409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成品能被實際連線／存取／使用，Demo 當場可重現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5630525" y="2374106"/>
            <a:ext cx="1181100" cy="428625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5801975" y="2440781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保底核心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43000" y="3386138"/>
            <a:ext cx="16002000" cy="1290638"/>
          </a:xfrm>
          <a:prstGeom prst="roundRect">
            <a:avLst>
              <a:gd name="adj" fmla="val 118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143000" y="4667250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143000" y="3386138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143000" y="3386138"/>
            <a:ext cx="57150" cy="129063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7135475" y="3386138"/>
            <a:ext cx="9525" cy="129063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447800" y="3750469"/>
            <a:ext cx="112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3900"/>
              <a:buFont typeface="Courier New"/>
              <a:buNone/>
            </a:pPr>
            <a:r>
              <a:rPr lang="en-US" sz="3900" b="1" i="0" u="none" strike="noStrike" cap="none" dirty="0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3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876550" y="3624263"/>
            <a:ext cx="136940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② 架構正確性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876550" y="4090987"/>
            <a:ext cx="1369409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組件擺放、網段切分、服務依賴符合題目要求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5630525" y="3817144"/>
            <a:ext cx="1181100" cy="42862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5801975" y="3883819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保底核心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143000" y="4829175"/>
            <a:ext cx="16002000" cy="1290638"/>
          </a:xfrm>
          <a:prstGeom prst="roundRect">
            <a:avLst>
              <a:gd name="adj" fmla="val 118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143000" y="6110288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143000" y="4829175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143000" y="4829175"/>
            <a:ext cx="57150" cy="129063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7135475" y="4829175"/>
            <a:ext cx="9525" cy="129063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447800" y="5193506"/>
            <a:ext cx="112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876550" y="5067300"/>
            <a:ext cx="1413414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③ 安全性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876550" y="5534025"/>
            <a:ext cx="1413414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最小開放原則、資料庫不對外、金鑰不落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repo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6030575" y="5250656"/>
            <a:ext cx="781050" cy="447675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6211550" y="5326856"/>
            <a:ext cx="49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加分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43000" y="6272213"/>
            <a:ext cx="16002000" cy="1290638"/>
          </a:xfrm>
          <a:prstGeom prst="roundRect">
            <a:avLst>
              <a:gd name="adj" fmla="val 118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143000" y="7553325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143000" y="6272213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143000" y="6272213"/>
            <a:ext cx="57150" cy="129063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7135475" y="6272213"/>
            <a:ext cx="9525" cy="129063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447800" y="6636544"/>
            <a:ext cx="112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76550" y="6510338"/>
            <a:ext cx="1413414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④ 可維護與自動化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876550" y="6977063"/>
            <a:ext cx="1413414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重開機不掛、自動重啟、CI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CD、有基本監控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6030575" y="6693694"/>
            <a:ext cx="781050" cy="447675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6211550" y="6769894"/>
            <a:ext cx="49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加分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43000" y="7715250"/>
            <a:ext cx="16002000" cy="1290638"/>
          </a:xfrm>
          <a:prstGeom prst="roundRect">
            <a:avLst>
              <a:gd name="adj" fmla="val 118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4"/>
          <p:cNvSpPr/>
          <p:nvPr/>
        </p:nvSpPr>
        <p:spPr>
          <a:xfrm>
            <a:off x="1143000" y="8996363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143000" y="7715250"/>
            <a:ext cx="160020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143000" y="7715250"/>
            <a:ext cx="57150" cy="129063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7135475" y="7715250"/>
            <a:ext cx="9525" cy="129063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447800" y="8079581"/>
            <a:ext cx="112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B7791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876550" y="7953375"/>
            <a:ext cx="1413414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⑤ </a:t>
            </a:r>
            <a:r>
              <a:rPr lang="en-US" sz="240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文件與展示</a:t>
            </a:r>
            <a:r>
              <a:rPr lang="zh-TW" altLang="en-US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zh-TW" altLang="en-US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面試官 看什麼</a:t>
            </a:r>
            <a:r>
              <a:rPr lang="en-US" altLang="zh-TW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zh-TW" altLang="en-US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秉鴻建議至少要有個可視化的東西出來</a:t>
            </a:r>
            <a:r>
              <a:rPr lang="zh-TW" altLang="en-US" sz="2400" b="1" dirty="0">
                <a:solidFill>
                  <a:srgbClr val="141D2B"/>
                </a:solidFill>
              </a:rPr>
              <a:t>，我們有</a:t>
            </a:r>
            <a:r>
              <a:rPr lang="en-US" altLang="zh-TW" sz="2400" b="1" dirty="0">
                <a:solidFill>
                  <a:srgbClr val="141D2B"/>
                </a:solidFill>
              </a:rPr>
              <a:t>ai </a:t>
            </a:r>
            <a:r>
              <a:rPr lang="en-US" altLang="zh-TW" sz="2400" b="1" dirty="0" err="1">
                <a:solidFill>
                  <a:srgbClr val="141D2B"/>
                </a:solidFill>
              </a:rPr>
              <a:t>mcp</a:t>
            </a:r>
            <a:r>
              <a:rPr lang="en-US" altLang="zh-TW" sz="240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876550" y="8420100"/>
            <a:ext cx="1413414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一張架構圖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一段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Demo + 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README，講得出為什麼這樣做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030575" y="8136731"/>
            <a:ext cx="781050" cy="447675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6211550" y="8212931"/>
            <a:ext cx="495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 dirty="0" err="1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加分</a:t>
            </a:r>
            <a:endParaRPr sz="1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43000" y="9234488"/>
            <a:ext cx="176022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維度 </a:t>
            </a:r>
            <a:r>
              <a:rPr lang="en-US" sz="19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①與②達標 </a:t>
            </a: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即視為及格門檻，③～⑤為往上加分。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笑臉 1">
            <a:extLst>
              <a:ext uri="{FF2B5EF4-FFF2-40B4-BE49-F238E27FC236}">
                <a16:creationId xmlns:a16="http://schemas.microsoft.com/office/drawing/2014/main" id="{5CBB4C0C-251C-BA39-9868-25E9E86D70D9}"/>
              </a:ext>
            </a:extLst>
          </p:cNvPr>
          <p:cNvSpPr/>
          <p:nvPr/>
        </p:nvSpPr>
        <p:spPr>
          <a:xfrm>
            <a:off x="3741420" y="5783580"/>
            <a:ext cx="2057400" cy="176022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想法泡泡: 雲朵 2">
            <a:extLst>
              <a:ext uri="{FF2B5EF4-FFF2-40B4-BE49-F238E27FC236}">
                <a16:creationId xmlns:a16="http://schemas.microsoft.com/office/drawing/2014/main" id="{6B2A422A-043E-F679-EAF3-E1D23973CB69}"/>
              </a:ext>
            </a:extLst>
          </p:cNvPr>
          <p:cNvSpPr/>
          <p:nvPr/>
        </p:nvSpPr>
        <p:spPr>
          <a:xfrm>
            <a:off x="2049780" y="3878580"/>
            <a:ext cx="914400" cy="61264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55A4258-D0EC-4EFA-E93C-4F35E7F644B7}"/>
              </a:ext>
            </a:extLst>
          </p:cNvPr>
          <p:cNvCxnSpPr>
            <a:stCxn id="2" idx="1"/>
            <a:endCxn id="3" idx="1"/>
          </p:cNvCxnSpPr>
          <p:nvPr/>
        </p:nvCxnSpPr>
        <p:spPr>
          <a:xfrm flipH="1" flipV="1">
            <a:off x="2506980" y="4490576"/>
            <a:ext cx="1535739" cy="1550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AA1AA26-D44A-3958-B7BC-260EC541D7E6}"/>
              </a:ext>
            </a:extLst>
          </p:cNvPr>
          <p:cNvSpPr/>
          <p:nvPr/>
        </p:nvSpPr>
        <p:spPr>
          <a:xfrm>
            <a:off x="2049780" y="7650480"/>
            <a:ext cx="1417320" cy="1965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線上文件</a:t>
            </a:r>
            <a:endParaRPr lang="en-US" altLang="zh-TW" dirty="0"/>
          </a:p>
          <a:p>
            <a:pPr algn="ctr"/>
            <a:r>
              <a:rPr lang="zh-TW" altLang="en-US" dirty="0"/>
              <a:t>妳的進度</a:t>
            </a:r>
            <a:endParaRPr lang="en-US" altLang="zh-TW" dirty="0"/>
          </a:p>
          <a:p>
            <a:pPr algn="ctr"/>
            <a:r>
              <a:rPr lang="en-US" altLang="zh-TW" dirty="0" err="1"/>
              <a:t>github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6059B64-014B-D37F-4429-C5889EDA4BB0}"/>
              </a:ext>
            </a:extLst>
          </p:cNvPr>
          <p:cNvCxnSpPr>
            <a:stCxn id="2" idx="3"/>
            <a:endCxn id="6" idx="3"/>
          </p:cNvCxnSpPr>
          <p:nvPr/>
        </p:nvCxnSpPr>
        <p:spPr>
          <a:xfrm flipH="1">
            <a:off x="3467100" y="7286022"/>
            <a:ext cx="575619" cy="1347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6056CF-CD34-3A3B-9127-04837CA56BD6}"/>
              </a:ext>
            </a:extLst>
          </p:cNvPr>
          <p:cNvSpPr txBox="1"/>
          <p:nvPr/>
        </p:nvSpPr>
        <p:spPr>
          <a:xfrm>
            <a:off x="4236720" y="8313584"/>
            <a:ext cx="7810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至少要包含</a:t>
            </a:r>
            <a:endParaRPr lang="en-US" altLang="zh-TW" sz="2800" dirty="0"/>
          </a:p>
          <a:p>
            <a:r>
              <a:rPr lang="zh-TW" altLang="en-US" sz="2800" dirty="0"/>
              <a:t>  實作成功的圖片</a:t>
            </a:r>
            <a:endParaRPr lang="en-US" altLang="zh-TW" sz="2800" dirty="0"/>
          </a:p>
          <a:p>
            <a:r>
              <a:rPr lang="zh-TW" altLang="en-US" sz="2800" dirty="0"/>
              <a:t>  </a:t>
            </a:r>
            <a:r>
              <a:rPr lang="en-US" altLang="zh-TW" sz="2800" dirty="0"/>
              <a:t>VPC</a:t>
            </a:r>
            <a:r>
              <a:rPr lang="zh-TW" altLang="en-US" sz="2800" dirty="0"/>
              <a:t>的截圖，</a:t>
            </a:r>
            <a:r>
              <a:rPr lang="en-US" altLang="zh-TW" sz="2800" dirty="0"/>
              <a:t>EC2</a:t>
            </a:r>
            <a:r>
              <a:rPr lang="zh-TW" altLang="en-US" sz="2800" dirty="0"/>
              <a:t>是不是有在對的</a:t>
            </a:r>
            <a:r>
              <a:rPr lang="en-US" altLang="zh-TW" sz="2800" dirty="0" err="1"/>
              <a:t>vpc</a:t>
            </a:r>
            <a:r>
              <a:rPr lang="zh-TW" altLang="en-US" sz="2800" dirty="0"/>
              <a:t>跟</a:t>
            </a:r>
            <a:r>
              <a:rPr lang="en-US" altLang="zh-TW" sz="2800" dirty="0"/>
              <a:t>subnet</a:t>
            </a:r>
          </a:p>
          <a:p>
            <a:r>
              <a:rPr lang="en-US" altLang="zh-TW" sz="2800" dirty="0"/>
              <a:t>  </a:t>
            </a:r>
            <a:r>
              <a:rPr lang="zh-TW" altLang="en-US" sz="2800" dirty="0"/>
              <a:t>架構圖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CE5EBB3-C899-C1E6-2CB1-0F776F18E54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467100" y="8633460"/>
            <a:ext cx="769620" cy="588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1188FA5-B1B4-AE43-F4C6-5CFFAEE7ED51}"/>
              </a:ext>
            </a:extLst>
          </p:cNvPr>
          <p:cNvSpPr txBox="1"/>
          <p:nvPr/>
        </p:nvSpPr>
        <p:spPr>
          <a:xfrm>
            <a:off x="12473631" y="8377691"/>
            <a:ext cx="24310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加分項</a:t>
            </a:r>
            <a:endParaRPr lang="en-US" altLang="zh-TW" sz="2800" dirty="0"/>
          </a:p>
          <a:p>
            <a:r>
              <a:rPr lang="zh-TW" altLang="en-US" sz="2800" dirty="0"/>
              <a:t>  安全性</a:t>
            </a:r>
            <a:endParaRPr lang="en-US" altLang="zh-TW" sz="2800" dirty="0"/>
          </a:p>
          <a:p>
            <a:r>
              <a:rPr lang="zh-TW" altLang="en-US" sz="2800" dirty="0"/>
              <a:t>  可用性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645B8B6-1CA8-780B-BFB5-920C9191C012}"/>
              </a:ext>
            </a:extLst>
          </p:cNvPr>
          <p:cNvSpPr txBox="1"/>
          <p:nvPr/>
        </p:nvSpPr>
        <p:spPr>
          <a:xfrm>
            <a:off x="3207711" y="4069028"/>
            <a:ext cx="2431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aws</a:t>
            </a:r>
            <a:r>
              <a:rPr lang="en-US" altLang="zh-TW" sz="2800" dirty="0"/>
              <a:t> config</a:t>
            </a:r>
            <a:endParaRPr lang="zh-TW" altLang="en-US" sz="28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FC743A7-C069-C039-42C6-71C6BC77E2E4}"/>
              </a:ext>
            </a:extLst>
          </p:cNvPr>
          <p:cNvGrpSpPr/>
          <p:nvPr/>
        </p:nvGrpSpPr>
        <p:grpSpPr>
          <a:xfrm>
            <a:off x="2567700" y="3298620"/>
            <a:ext cx="1613520" cy="768240"/>
            <a:chOff x="2567700" y="3298620"/>
            <a:chExt cx="1613520" cy="7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4EFC0947-B61D-DE55-F189-493259D64496}"/>
                    </a:ext>
                  </a:extLst>
                </p14:cNvPr>
                <p14:cNvContentPartPr/>
                <p14:nvPr/>
              </p14:nvContentPartPr>
              <p14:xfrm>
                <a:off x="2567700" y="3298620"/>
                <a:ext cx="1485000" cy="68940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4EFC0947-B61D-DE55-F189-493259D644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61580" y="3292500"/>
                  <a:ext cx="149724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0E33A689-B8DC-DFBD-7C02-89C96FA28BD5}"/>
                    </a:ext>
                  </a:extLst>
                </p14:cNvPr>
                <p14:cNvContentPartPr/>
                <p14:nvPr/>
              </p14:nvContentPartPr>
              <p14:xfrm>
                <a:off x="3779460" y="3735660"/>
                <a:ext cx="401760" cy="3312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0E33A689-B8DC-DFBD-7C02-89C96FA28B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73340" y="3729540"/>
                  <a:ext cx="41400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A4F788E0-E3FE-9171-4248-2CB2C5A23118}"/>
              </a:ext>
            </a:extLst>
          </p:cNvPr>
          <p:cNvGrpSpPr/>
          <p:nvPr/>
        </p:nvGrpSpPr>
        <p:grpSpPr>
          <a:xfrm>
            <a:off x="4594500" y="4571940"/>
            <a:ext cx="679680" cy="841320"/>
            <a:chOff x="4594500" y="4571940"/>
            <a:chExt cx="679680" cy="8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49D8A1E2-80FE-6BFF-D3F3-E09A0A6C6D69}"/>
                    </a:ext>
                  </a:extLst>
                </p14:cNvPr>
                <p14:cNvContentPartPr/>
                <p14:nvPr/>
              </p14:nvContentPartPr>
              <p14:xfrm>
                <a:off x="4602060" y="4617300"/>
                <a:ext cx="21960" cy="50328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49D8A1E2-80FE-6BFF-D3F3-E09A0A6C6D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95940" y="4611180"/>
                  <a:ext cx="3420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66FA943C-4091-C04C-ACC5-CAB569F72648}"/>
                    </a:ext>
                  </a:extLst>
                </p14:cNvPr>
                <p14:cNvContentPartPr/>
                <p14:nvPr/>
              </p14:nvContentPartPr>
              <p14:xfrm>
                <a:off x="4594500" y="4571940"/>
                <a:ext cx="360" cy="36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66FA943C-4091-C04C-ACC5-CAB569F726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88380" y="45658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55019157-D3A2-1E93-C606-7A1AFD97A55E}"/>
                    </a:ext>
                  </a:extLst>
                </p14:cNvPr>
                <p14:cNvContentPartPr/>
                <p14:nvPr/>
              </p14:nvContentPartPr>
              <p14:xfrm>
                <a:off x="4594500" y="4571940"/>
                <a:ext cx="679680" cy="84132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55019157-D3A2-1E93-C606-7A1AFD97A5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88380" y="4565820"/>
                  <a:ext cx="691920" cy="85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A447AA69-DD2D-06BD-2FAC-2ECFB10F0106}"/>
                  </a:ext>
                </a:extLst>
              </p14:cNvPr>
              <p14:cNvContentPartPr/>
              <p14:nvPr/>
            </p14:nvContentPartPr>
            <p14:xfrm>
              <a:off x="4747140" y="4723500"/>
              <a:ext cx="220320" cy="16200"/>
            </p14:xfrm>
          </p:contentPart>
        </mc:Choice>
        <mc:Fallback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A447AA69-DD2D-06BD-2FAC-2ECFB10F01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41020" y="4717380"/>
                <a:ext cx="23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3E3A8E98-BFB9-1E3C-AC3F-29C056FE0D1C}"/>
                  </a:ext>
                </a:extLst>
              </p14:cNvPr>
              <p14:cNvContentPartPr/>
              <p14:nvPr/>
            </p14:nvContentPartPr>
            <p14:xfrm>
              <a:off x="4807620" y="4800180"/>
              <a:ext cx="333720" cy="31320"/>
            </p14:xfrm>
          </p:contentPart>
        </mc:Choice>
        <mc:Fallback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3E3A8E98-BFB9-1E3C-AC3F-29C056FE0D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01500" y="4794060"/>
                <a:ext cx="345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CC7AAB55-5F75-8E34-8983-9432D209DE7F}"/>
                  </a:ext>
                </a:extLst>
              </p14:cNvPr>
              <p14:cNvContentPartPr/>
              <p14:nvPr/>
            </p14:nvContentPartPr>
            <p14:xfrm>
              <a:off x="4792860" y="4944900"/>
              <a:ext cx="344880" cy="46440"/>
            </p14:xfrm>
          </p:contentPart>
        </mc:Choice>
        <mc:Fallback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CC7AAB55-5F75-8E34-8983-9432D209DE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86740" y="4938780"/>
                <a:ext cx="3571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2" name="筆跡 31">
                <a:extLst>
                  <a:ext uri="{FF2B5EF4-FFF2-40B4-BE49-F238E27FC236}">
                    <a16:creationId xmlns:a16="http://schemas.microsoft.com/office/drawing/2014/main" id="{4CE7F04D-9BAD-5CE5-5DBE-5512391A14CB}"/>
                  </a:ext>
                </a:extLst>
              </p14:cNvPr>
              <p14:cNvContentPartPr/>
              <p14:nvPr/>
            </p14:nvContentPartPr>
            <p14:xfrm>
              <a:off x="4853700" y="5051820"/>
              <a:ext cx="465480" cy="38520"/>
            </p14:xfrm>
          </p:contentPart>
        </mc:Choice>
        <mc:Fallback>
          <p:pic>
            <p:nvPicPr>
              <p:cNvPr id="32" name="筆跡 31">
                <a:extLst>
                  <a:ext uri="{FF2B5EF4-FFF2-40B4-BE49-F238E27FC236}">
                    <a16:creationId xmlns:a16="http://schemas.microsoft.com/office/drawing/2014/main" id="{4CE7F04D-9BAD-5CE5-5DBE-5512391A14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47580" y="5045700"/>
                <a:ext cx="4777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0E161F99-AFB8-F1DD-311D-DF726052692D}"/>
                  </a:ext>
                </a:extLst>
              </p14:cNvPr>
              <p14:cNvContentPartPr/>
              <p14:nvPr/>
            </p14:nvContentPartPr>
            <p14:xfrm>
              <a:off x="4853700" y="5166300"/>
              <a:ext cx="343080" cy="38520"/>
            </p14:xfrm>
          </p:contentPart>
        </mc:Choice>
        <mc:Fallback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0E161F99-AFB8-F1DD-311D-DF726052692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47580" y="5160180"/>
                <a:ext cx="355320" cy="5076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笑臉 34">
            <a:extLst>
              <a:ext uri="{FF2B5EF4-FFF2-40B4-BE49-F238E27FC236}">
                <a16:creationId xmlns:a16="http://schemas.microsoft.com/office/drawing/2014/main" id="{B8256B8A-85D8-888B-37E8-4FB44B89CA36}"/>
              </a:ext>
            </a:extLst>
          </p:cNvPr>
          <p:cNvSpPr/>
          <p:nvPr/>
        </p:nvSpPr>
        <p:spPr>
          <a:xfrm>
            <a:off x="5966460" y="4274820"/>
            <a:ext cx="830580" cy="7770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</a:t>
            </a:r>
          </a:p>
          <a:p>
            <a:pPr algn="ctr"/>
            <a:r>
              <a:rPr lang="en-US" altLang="zh-TW" dirty="0" err="1"/>
              <a:t>mcp</a:t>
            </a:r>
            <a:endParaRPr lang="zh-TW" altLang="en-US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06A7F65F-7A41-8BED-3656-DF4B556C5ED2}"/>
              </a:ext>
            </a:extLst>
          </p:cNvPr>
          <p:cNvCxnSpPr/>
          <p:nvPr/>
        </p:nvCxnSpPr>
        <p:spPr>
          <a:xfrm>
            <a:off x="5196780" y="4617300"/>
            <a:ext cx="602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笑臉 37">
            <a:extLst>
              <a:ext uri="{FF2B5EF4-FFF2-40B4-BE49-F238E27FC236}">
                <a16:creationId xmlns:a16="http://schemas.microsoft.com/office/drawing/2014/main" id="{86F63C0A-0DEC-2671-A62F-54C5C114A012}"/>
              </a:ext>
            </a:extLst>
          </p:cNvPr>
          <p:cNvSpPr/>
          <p:nvPr/>
        </p:nvSpPr>
        <p:spPr>
          <a:xfrm>
            <a:off x="5274180" y="960120"/>
            <a:ext cx="1606680" cy="141732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156EB51-969B-A1BD-A9C3-272A7A811309}"/>
              </a:ext>
            </a:extLst>
          </p:cNvPr>
          <p:cNvCxnSpPr>
            <a:endCxn id="38" idx="4"/>
          </p:cNvCxnSpPr>
          <p:nvPr/>
        </p:nvCxnSpPr>
        <p:spPr>
          <a:xfrm flipH="1" flipV="1">
            <a:off x="6077520" y="2377440"/>
            <a:ext cx="163260" cy="1897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309196E6-B5BA-459D-A44B-6A584F5B642B}"/>
              </a:ext>
            </a:extLst>
          </p:cNvPr>
          <p:cNvCxnSpPr>
            <a:stCxn id="6" idx="1"/>
            <a:endCxn id="38" idx="2"/>
          </p:cNvCxnSpPr>
          <p:nvPr/>
        </p:nvCxnSpPr>
        <p:spPr>
          <a:xfrm rot="10800000" flipH="1">
            <a:off x="2049780" y="1668780"/>
            <a:ext cx="3224400" cy="6964680"/>
          </a:xfrm>
          <a:prstGeom prst="bentConnector3">
            <a:avLst>
              <a:gd name="adj1" fmla="val -425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笑臉 43">
            <a:extLst>
              <a:ext uri="{FF2B5EF4-FFF2-40B4-BE49-F238E27FC236}">
                <a16:creationId xmlns:a16="http://schemas.microsoft.com/office/drawing/2014/main" id="{A5435820-FE04-C0FF-3B37-CD450B00AFEC}"/>
              </a:ext>
            </a:extLst>
          </p:cNvPr>
          <p:cNvSpPr/>
          <p:nvPr/>
        </p:nvSpPr>
        <p:spPr>
          <a:xfrm>
            <a:off x="11696700" y="4868130"/>
            <a:ext cx="2057400" cy="179556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Thomas</a:t>
            </a:r>
          </a:p>
          <a:p>
            <a:pPr algn="ctr"/>
            <a:r>
              <a:rPr lang="en-US" altLang="zh-TW" dirty="0"/>
              <a:t>Ai agent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EB856CD5-46F2-BC34-580F-BE7D294FD267}"/>
              </a:ext>
            </a:extLst>
          </p:cNvPr>
          <p:cNvCxnSpPr>
            <a:stCxn id="6" idx="3"/>
            <a:endCxn id="44" idx="2"/>
          </p:cNvCxnSpPr>
          <p:nvPr/>
        </p:nvCxnSpPr>
        <p:spPr>
          <a:xfrm flipV="1">
            <a:off x="3467100" y="5765910"/>
            <a:ext cx="8229600" cy="286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C17261F-D49F-DC3E-7555-2D2F796D02F1}"/>
              </a:ext>
            </a:extLst>
          </p:cNvPr>
          <p:cNvSpPr txBox="1"/>
          <p:nvPr/>
        </p:nvSpPr>
        <p:spPr>
          <a:xfrm>
            <a:off x="8931780" y="6122467"/>
            <a:ext cx="1242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問卷網址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9A42DE2-D2C6-5F66-B5B8-C1556666C5AA}"/>
              </a:ext>
            </a:extLst>
          </p:cNvPr>
          <p:cNvSpPr txBox="1"/>
          <p:nvPr/>
        </p:nvSpPr>
        <p:spPr>
          <a:xfrm>
            <a:off x="6797040" y="6817578"/>
            <a:ext cx="1242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文件網址</a:t>
            </a:r>
          </a:p>
        </p:txBody>
      </p:sp>
    </p:spTree>
    <p:extLst>
      <p:ext uri="{BB962C8B-B14F-4D97-AF65-F5344CB8AC3E}">
        <p14:creationId xmlns:p14="http://schemas.microsoft.com/office/powerpoint/2010/main" val="166821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526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1143000" y="11811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630784" y="781050"/>
            <a:ext cx="598731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難度階梯：Tier 0 → 5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43000" y="1733550"/>
            <a:ext cx="17602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75"/>
              <a:buFont typeface="Courier New"/>
              <a:buNone/>
            </a:pPr>
            <a:r>
              <a:rPr lang="en-US" sz="1875" b="0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手動 → 容器化 → 自動構建 → 自動分發 → 跨雲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43000" y="3326606"/>
            <a:ext cx="16002000" cy="781050"/>
          </a:xfrm>
          <a:prstGeom prst="roundRect">
            <a:avLst>
              <a:gd name="adj" fmla="val 17073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143000" y="3326606"/>
            <a:ext cx="57150" cy="78105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485900" y="3555206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Tier 0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990850" y="3517106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保底題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115050" y="3538538"/>
            <a:ext cx="633978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單／多組件經典架構：CS 伺服器、WordPress 分離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143000" y="4231481"/>
            <a:ext cx="16002000" cy="781050"/>
          </a:xfrm>
          <a:prstGeom prst="roundRect">
            <a:avLst>
              <a:gd name="adj" fmla="val 17073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143000" y="4231481"/>
            <a:ext cx="57150" cy="78105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485900" y="4460081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Tier 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990850" y="4421981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運維／工具層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15050" y="4443413"/>
            <a:ext cx="6903035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維運 Agent（AIOps）、SSM 免 SSH 遠控、MCP × AI IDE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143000" y="5136356"/>
            <a:ext cx="16002000" cy="781050"/>
          </a:xfrm>
          <a:prstGeom prst="roundRect">
            <a:avLst>
              <a:gd name="adj" fmla="val 17073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143000" y="5136356"/>
            <a:ext cx="57150" cy="78105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485900" y="5364956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Tier 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990850" y="5326856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多組件複雜整合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115050" y="5348288"/>
            <a:ext cx="5352775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自建 Agentic AI 應用，組件切割到多台 EC2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43000" y="6041231"/>
            <a:ext cx="16002000" cy="781050"/>
          </a:xfrm>
          <a:prstGeom prst="roundRect">
            <a:avLst>
              <a:gd name="adj" fmla="val 17073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143000" y="6041231"/>
            <a:ext cx="57150" cy="7810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485900" y="6269831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39BD3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C39BD3"/>
                </a:solidFill>
                <a:latin typeface="Courier New"/>
                <a:ea typeface="Courier New"/>
                <a:cs typeface="Courier New"/>
                <a:sym typeface="Courier New"/>
              </a:rPr>
              <a:t>Tier 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990850" y="6231731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CI/CD 演化史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115050" y="6253163"/>
            <a:ext cx="4809173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從手動部署一路闖關到全自動跨雲分發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143000" y="6946106"/>
            <a:ext cx="16002000" cy="781050"/>
          </a:xfrm>
          <a:prstGeom prst="roundRect">
            <a:avLst>
              <a:gd name="adj" fmla="val 17073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143000" y="6946106"/>
            <a:ext cx="57150" cy="7810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485900" y="7174706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F1948A"/>
                </a:solidFill>
                <a:latin typeface="Courier New"/>
                <a:ea typeface="Courier New"/>
                <a:cs typeface="Courier New"/>
                <a:sym typeface="Courier New"/>
              </a:rPr>
              <a:t>Tier 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990850" y="7136606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微服務近代史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115050" y="7158038"/>
            <a:ext cx="5484316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Flask 五支 API 的災難重現、拆分與自動部署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143000" y="7850981"/>
            <a:ext cx="16002000" cy="738188"/>
          </a:xfrm>
          <a:prstGeom prst="roundRect">
            <a:avLst>
              <a:gd name="adj" fmla="val 18065"/>
            </a:avLst>
          </a:prstGeom>
          <a:solidFill>
            <a:srgbClr val="132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143000" y="7850981"/>
            <a:ext cx="57150" cy="73818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1485900" y="8058150"/>
            <a:ext cx="13620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C067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E4C067"/>
                </a:solidFill>
                <a:latin typeface="Courier New"/>
                <a:ea typeface="Courier New"/>
                <a:cs typeface="Courier New"/>
                <a:sym typeface="Courier New"/>
              </a:rPr>
              <a:t>Tier 5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990850" y="8051006"/>
            <a:ext cx="314325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115050" y="8041481"/>
            <a:ext cx="4334329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025"/>
              <a:buFont typeface="Arial"/>
              <a:buNone/>
            </a:pP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企業客服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 Agentic </a:t>
            </a:r>
            <a:r>
              <a:rPr lang="en-US" sz="2025" b="0" i="0" u="none" strike="noStrike" cap="none" dirty="0" err="1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AI（LangChain</a:t>
            </a:r>
            <a:r>
              <a:rPr lang="en-US" sz="2025" b="0" i="0" u="none" strike="noStrike" cap="none" dirty="0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1143000" y="12573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630784" y="857250"/>
            <a:ext cx="568568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AI 題的兩種實作路線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066285" y="1157288"/>
            <a:ext cx="199498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都要落地 AWS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143000" y="2076450"/>
            <a:ext cx="7810500" cy="6638925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628775" y="2581275"/>
            <a:ext cx="327720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3300"/>
              <a:buFont typeface="Courier New"/>
              <a:buNone/>
            </a:pPr>
            <a:r>
              <a:rPr lang="en-US" sz="330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051745" y="2562225"/>
            <a:ext cx="2633863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850"/>
              <a:buFont typeface="Arial"/>
              <a:buNone/>
            </a:pPr>
            <a:r>
              <a:rPr lang="en-US" sz="28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路線 A · 寫程式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628775" y="3300413"/>
            <a:ext cx="7044119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Python，彈性最大，適合想練工程能力的同學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628775" y="7810500"/>
            <a:ext cx="1526158" cy="4191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800225" y="7896225"/>
            <a:ext cx="125945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269233" y="7810500"/>
            <a:ext cx="737369" cy="4191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3440683" y="7896225"/>
            <a:ext cx="4706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EC2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120902" y="7810500"/>
            <a:ext cx="1131763" cy="4191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292352" y="7896225"/>
            <a:ext cx="86506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366965" y="7810500"/>
            <a:ext cx="737369" cy="4191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538415" y="7896225"/>
            <a:ext cx="4706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ECS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334500" y="2076450"/>
            <a:ext cx="7810500" cy="6638925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9820275" y="2581275"/>
            <a:ext cx="327720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3300"/>
              <a:buFont typeface="Courier New"/>
              <a:buNone/>
            </a:pPr>
            <a:r>
              <a:rPr lang="en-US" sz="330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243245" y="2562225"/>
            <a:ext cx="260726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850"/>
              <a:buFont typeface="Arial"/>
              <a:buNone/>
            </a:pPr>
            <a:r>
              <a:rPr lang="en-US" sz="28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路線 B · 低程式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820275" y="3300413"/>
            <a:ext cx="7044119" cy="149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 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Dify（自架在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EC2）或 Amazon 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Bedrock（Agents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/ Knowledge Bases / Flows 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視覺化）拉流程，少寫或不寫程式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820275" y="7810500"/>
            <a:ext cx="1789063" cy="419100"/>
          </a:xfrm>
          <a:prstGeom prst="roundRect">
            <a:avLst>
              <a:gd name="adj" fmla="val 50000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9991725" y="7896225"/>
            <a:ext cx="152236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Dify on EC2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723638" y="7810500"/>
            <a:ext cx="2183457" cy="419100"/>
          </a:xfrm>
          <a:prstGeom prst="roundRect">
            <a:avLst>
              <a:gd name="adj" fmla="val 50000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1895088" y="7896225"/>
            <a:ext cx="19167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Bedrock Agents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4021395" y="7810500"/>
            <a:ext cx="2314947" cy="419100"/>
          </a:xfrm>
          <a:prstGeom prst="roundRect">
            <a:avLst>
              <a:gd name="adj" fmla="val 50000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4192845" y="7896225"/>
            <a:ext cx="204824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725"/>
              <a:buFont typeface="Courier New"/>
              <a:buNone/>
            </a:pPr>
            <a:r>
              <a:rPr lang="en-US" sz="172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Knowledge Bases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42900" y="9058275"/>
            <a:ext cx="176022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兩條路線一視同仁——評分看的是 </a:t>
            </a:r>
            <a:r>
              <a:rPr lang="en-US" sz="21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能不能跑 + 架構 + 有沒有落地 AWS</a:t>
            </a:r>
            <a:r>
              <a:rPr lang="en-US" sz="21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，不是用哪種工具。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526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1143000" y="11811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630784" y="781050"/>
            <a:ext cx="597684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費用控管與 AWS 額度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097780" y="1962150"/>
            <a:ext cx="8334970" cy="7543800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3A1D1D"/>
              </a:gs>
              <a:gs pos="100000">
                <a:srgbClr val="4A2323"/>
              </a:gs>
            </a:gsLst>
            <a:lin ang="2700000" scaled="0"/>
          </a:gradFill>
          <a:ln w="9525" cap="flat" cmpd="sng">
            <a:solidFill>
              <a:srgbClr val="F0786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564505" y="4345856"/>
            <a:ext cx="8141672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F1948A"/>
                </a:solidFill>
                <a:latin typeface="Courier New"/>
                <a:ea typeface="Courier New"/>
                <a:cs typeface="Courier New"/>
                <a:sym typeface="Courier New"/>
              </a:rPr>
              <a:t>開帳第一件事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564505" y="4836393"/>
            <a:ext cx="7623566" cy="1226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先設定 Budgets 告警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564505" y="6215583"/>
            <a:ext cx="7623566" cy="9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8CFC9"/>
              </a:buClr>
              <a:buSzPts val="2100"/>
              <a:buFont typeface="Arial"/>
              <a:buNone/>
            </a:pPr>
            <a:r>
              <a:rPr lang="zh-TW" alt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盡量先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用 Free </a:t>
            </a:r>
            <a:r>
              <a:rPr lang="en-US" sz="2100" b="0" i="0" u="none" strike="noStrike" cap="none" dirty="0" err="1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方案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100" b="0" i="0" u="none" strike="noStrike" cap="none" dirty="0" err="1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最小規格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 + Always Free </a:t>
            </a:r>
            <a:r>
              <a:rPr lang="en-US" sz="2100" b="0" i="0" u="none" strike="noStrike" cap="none" dirty="0" err="1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服務。Demo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完就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terminate</a:t>
            </a:r>
            <a:r>
              <a:rPr lang="en-US" sz="2100" b="0" i="0" u="none" strike="noStrike" cap="none" dirty="0" err="1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，別讓資源默默計費</a:t>
            </a:r>
            <a:r>
              <a:rPr lang="en-US" sz="2100" b="0" i="0" u="none" strike="noStrike" cap="none" dirty="0">
                <a:solidFill>
                  <a:srgbClr val="E8CFC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7284A"/>
              </a:gs>
              <a:gs pos="62000">
                <a:srgbClr val="0C1526"/>
              </a:gs>
              <a:gs pos="100000">
                <a:srgbClr val="0C152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6"/>
          <p:cNvSpPr/>
          <p:nvPr/>
        </p:nvSpPr>
        <p:spPr>
          <a:xfrm>
            <a:off x="1143000" y="3414713"/>
            <a:ext cx="1760220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250"/>
              <a:buFont typeface="Courier New"/>
              <a:buNone/>
            </a:pPr>
            <a:r>
              <a:rPr lang="en-US" sz="11250" b="1" i="0" u="none" strike="noStrike" cap="none" dirty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1250" b="1" dirty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6"/>
          <p:cNvSpPr/>
          <p:nvPr/>
        </p:nvSpPr>
        <p:spPr>
          <a:xfrm>
            <a:off x="1143000" y="5033963"/>
            <a:ext cx="176022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0"/>
              <a:buFont typeface="Arial"/>
              <a:buNone/>
            </a:pPr>
            <a:r>
              <a:rPr lang="en-US" sz="6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你要交什麼</a:t>
            </a:r>
            <a:endParaRPr sz="6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6"/>
          <p:cNvSpPr/>
          <p:nvPr/>
        </p:nvSpPr>
        <p:spPr>
          <a:xfrm>
            <a:off x="1143000" y="6443663"/>
            <a:ext cx="176022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題目 · 系統架構 · 預期成效 · 甘特圖時程 · 檢核點 · 附一份完整範例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413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7"/>
          <p:cNvSpPr/>
          <p:nvPr/>
        </p:nvSpPr>
        <p:spPr>
          <a:xfrm>
            <a:off x="1143000" y="11811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7"/>
          <p:cNvSpPr/>
          <p:nvPr/>
        </p:nvSpPr>
        <p:spPr>
          <a:xfrm>
            <a:off x="1630784" y="781050"/>
            <a:ext cx="679989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專題繳交格式：五項必備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7"/>
          <p:cNvSpPr/>
          <p:nvPr/>
        </p:nvSpPr>
        <p:spPr>
          <a:xfrm>
            <a:off x="8079209" y="1081088"/>
            <a:ext cx="28289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不管挑哪一題都一樣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7"/>
          <p:cNvSpPr/>
          <p:nvPr/>
        </p:nvSpPr>
        <p:spPr>
          <a:xfrm>
            <a:off x="1143000" y="2000250"/>
            <a:ext cx="3017490" cy="6910388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27"/>
          <p:cNvSpPr/>
          <p:nvPr/>
        </p:nvSpPr>
        <p:spPr>
          <a:xfrm>
            <a:off x="1143000" y="8901113"/>
            <a:ext cx="301749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27"/>
          <p:cNvSpPr/>
          <p:nvPr/>
        </p:nvSpPr>
        <p:spPr>
          <a:xfrm>
            <a:off x="1143000" y="2000250"/>
            <a:ext cx="301749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27"/>
          <p:cNvSpPr/>
          <p:nvPr/>
        </p:nvSpPr>
        <p:spPr>
          <a:xfrm>
            <a:off x="1143000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27"/>
          <p:cNvSpPr/>
          <p:nvPr/>
        </p:nvSpPr>
        <p:spPr>
          <a:xfrm>
            <a:off x="4150965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27"/>
          <p:cNvSpPr/>
          <p:nvPr/>
        </p:nvSpPr>
        <p:spPr>
          <a:xfrm>
            <a:off x="1438275" y="2400300"/>
            <a:ext cx="266963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7"/>
          <p:cNvSpPr/>
          <p:nvPr/>
        </p:nvSpPr>
        <p:spPr>
          <a:xfrm>
            <a:off x="1438275" y="3086100"/>
            <a:ext cx="2669634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題目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7"/>
          <p:cNvSpPr/>
          <p:nvPr/>
        </p:nvSpPr>
        <p:spPr>
          <a:xfrm>
            <a:off x="1438275" y="3671888"/>
            <a:ext cx="2503140" cy="110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一句話說清楚要做什麼、解決誰的問題，並標出對應的 Tier。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7"/>
          <p:cNvSpPr/>
          <p:nvPr/>
        </p:nvSpPr>
        <p:spPr>
          <a:xfrm>
            <a:off x="4389090" y="2000250"/>
            <a:ext cx="3017490" cy="6910388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27"/>
          <p:cNvSpPr/>
          <p:nvPr/>
        </p:nvSpPr>
        <p:spPr>
          <a:xfrm>
            <a:off x="4389090" y="8901113"/>
            <a:ext cx="301749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27"/>
          <p:cNvSpPr/>
          <p:nvPr/>
        </p:nvSpPr>
        <p:spPr>
          <a:xfrm>
            <a:off x="4389090" y="2000250"/>
            <a:ext cx="3017490" cy="5715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7"/>
          <p:cNvSpPr/>
          <p:nvPr/>
        </p:nvSpPr>
        <p:spPr>
          <a:xfrm>
            <a:off x="4389090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7"/>
          <p:cNvSpPr/>
          <p:nvPr/>
        </p:nvSpPr>
        <p:spPr>
          <a:xfrm>
            <a:off x="7397055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7"/>
          <p:cNvSpPr/>
          <p:nvPr/>
        </p:nvSpPr>
        <p:spPr>
          <a:xfrm>
            <a:off x="4684365" y="2400300"/>
            <a:ext cx="266963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7"/>
          <p:cNvSpPr/>
          <p:nvPr/>
        </p:nvSpPr>
        <p:spPr>
          <a:xfrm>
            <a:off x="4684365" y="3086100"/>
            <a:ext cx="2669634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系統架構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7"/>
          <p:cNvSpPr/>
          <p:nvPr/>
        </p:nvSpPr>
        <p:spPr>
          <a:xfrm>
            <a:off x="4684365" y="3671888"/>
            <a:ext cx="2503140" cy="110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一張架構圖，標出組件、網段切分與資料流向。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7"/>
          <p:cNvSpPr/>
          <p:nvPr/>
        </p:nvSpPr>
        <p:spPr>
          <a:xfrm>
            <a:off x="7635180" y="2000250"/>
            <a:ext cx="3017565" cy="6910388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7"/>
          <p:cNvSpPr/>
          <p:nvPr/>
        </p:nvSpPr>
        <p:spPr>
          <a:xfrm>
            <a:off x="7635180" y="8901113"/>
            <a:ext cx="3017565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7"/>
          <p:cNvSpPr/>
          <p:nvPr/>
        </p:nvSpPr>
        <p:spPr>
          <a:xfrm>
            <a:off x="7635180" y="2000250"/>
            <a:ext cx="3017565" cy="5715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27"/>
          <p:cNvSpPr/>
          <p:nvPr/>
        </p:nvSpPr>
        <p:spPr>
          <a:xfrm>
            <a:off x="7635180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7"/>
          <p:cNvSpPr/>
          <p:nvPr/>
        </p:nvSpPr>
        <p:spPr>
          <a:xfrm>
            <a:off x="10643220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7"/>
          <p:cNvSpPr/>
          <p:nvPr/>
        </p:nvSpPr>
        <p:spPr>
          <a:xfrm>
            <a:off x="7930455" y="2400300"/>
            <a:ext cx="266971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7"/>
          <p:cNvSpPr/>
          <p:nvPr/>
        </p:nvSpPr>
        <p:spPr>
          <a:xfrm>
            <a:off x="7930455" y="3086100"/>
            <a:ext cx="2669716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預期成效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7930455" y="3671888"/>
            <a:ext cx="2503215" cy="110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做完能達成什麼、學到什麼能力、對職場有何幫助。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7"/>
          <p:cNvSpPr/>
          <p:nvPr/>
        </p:nvSpPr>
        <p:spPr>
          <a:xfrm>
            <a:off x="10881345" y="2000250"/>
            <a:ext cx="3017490" cy="6910388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27"/>
          <p:cNvSpPr/>
          <p:nvPr/>
        </p:nvSpPr>
        <p:spPr>
          <a:xfrm>
            <a:off x="10881345" y="8901113"/>
            <a:ext cx="301749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7"/>
          <p:cNvSpPr/>
          <p:nvPr/>
        </p:nvSpPr>
        <p:spPr>
          <a:xfrm>
            <a:off x="10881345" y="2000250"/>
            <a:ext cx="3017490" cy="571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27"/>
          <p:cNvSpPr/>
          <p:nvPr/>
        </p:nvSpPr>
        <p:spPr>
          <a:xfrm>
            <a:off x="10881345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27"/>
          <p:cNvSpPr/>
          <p:nvPr/>
        </p:nvSpPr>
        <p:spPr>
          <a:xfrm>
            <a:off x="13889310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27"/>
          <p:cNvSpPr/>
          <p:nvPr/>
        </p:nvSpPr>
        <p:spPr>
          <a:xfrm>
            <a:off x="11176620" y="2400300"/>
            <a:ext cx="266963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7"/>
          <p:cNvSpPr/>
          <p:nvPr/>
        </p:nvSpPr>
        <p:spPr>
          <a:xfrm>
            <a:off x="11176620" y="3086100"/>
            <a:ext cx="2669634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甘特圖時程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7"/>
          <p:cNvSpPr/>
          <p:nvPr/>
        </p:nvSpPr>
        <p:spPr>
          <a:xfrm>
            <a:off x="11176620" y="3671888"/>
            <a:ext cx="2503140" cy="110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任務拆解 + 每週進度條 + 里程碑，看得出何時該做什麼。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7"/>
          <p:cNvSpPr/>
          <p:nvPr/>
        </p:nvSpPr>
        <p:spPr>
          <a:xfrm>
            <a:off x="14127435" y="2000250"/>
            <a:ext cx="3017490" cy="6910388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27"/>
          <p:cNvSpPr/>
          <p:nvPr/>
        </p:nvSpPr>
        <p:spPr>
          <a:xfrm>
            <a:off x="14127435" y="8901113"/>
            <a:ext cx="301749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7"/>
          <p:cNvSpPr/>
          <p:nvPr/>
        </p:nvSpPr>
        <p:spPr>
          <a:xfrm>
            <a:off x="14127435" y="2000250"/>
            <a:ext cx="3017490" cy="571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7"/>
          <p:cNvSpPr/>
          <p:nvPr/>
        </p:nvSpPr>
        <p:spPr>
          <a:xfrm>
            <a:off x="14127435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27"/>
          <p:cNvSpPr/>
          <p:nvPr/>
        </p:nvSpPr>
        <p:spPr>
          <a:xfrm>
            <a:off x="17135401" y="2000250"/>
            <a:ext cx="9525" cy="69103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27"/>
          <p:cNvSpPr/>
          <p:nvPr/>
        </p:nvSpPr>
        <p:spPr>
          <a:xfrm>
            <a:off x="14422710" y="2400300"/>
            <a:ext cx="266963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900"/>
              <a:buFont typeface="Courier New"/>
              <a:buNone/>
            </a:pPr>
            <a:r>
              <a:rPr lang="en-US" sz="39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7"/>
          <p:cNvSpPr/>
          <p:nvPr/>
        </p:nvSpPr>
        <p:spPr>
          <a:xfrm>
            <a:off x="14422710" y="3086100"/>
            <a:ext cx="2669634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檢核點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7"/>
          <p:cNvSpPr/>
          <p:nvPr/>
        </p:nvSpPr>
        <p:spPr>
          <a:xfrm>
            <a:off x="14422710" y="3671888"/>
            <a:ext cx="2503140" cy="110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把題目的「核心檢核點」變成可逐條打勾的驗收清單。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7"/>
          <p:cNvSpPr/>
          <p:nvPr/>
        </p:nvSpPr>
        <p:spPr>
          <a:xfrm>
            <a:off x="1143000" y="9158288"/>
            <a:ext cx="176022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④ 甘特圖與 ⑤ 檢核點是這次的重點——讓你和老師都清楚</a:t>
            </a:r>
            <a:r>
              <a:rPr lang="en-US" sz="19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進度到哪、算不算過</a:t>
            </a: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41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8"/>
          <p:cNvSpPr/>
          <p:nvPr/>
        </p:nvSpPr>
        <p:spPr>
          <a:xfrm>
            <a:off x="952500" y="659606"/>
            <a:ext cx="1386929" cy="46672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8"/>
          <p:cNvSpPr/>
          <p:nvPr/>
        </p:nvSpPr>
        <p:spPr>
          <a:xfrm>
            <a:off x="1143000" y="745331"/>
            <a:ext cx="108212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範例 · 上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8"/>
          <p:cNvSpPr/>
          <p:nvPr/>
        </p:nvSpPr>
        <p:spPr>
          <a:xfrm>
            <a:off x="2548979" y="571500"/>
            <a:ext cx="5514112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以 P0-2 WordPress 為例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8"/>
          <p:cNvSpPr/>
          <p:nvPr/>
        </p:nvSpPr>
        <p:spPr>
          <a:xfrm>
            <a:off x="7771358" y="819150"/>
            <a:ext cx="3089717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題目 · 系統架構 · 預期成效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8"/>
          <p:cNvSpPr/>
          <p:nvPr/>
        </p:nvSpPr>
        <p:spPr>
          <a:xfrm>
            <a:off x="952500" y="1462088"/>
            <a:ext cx="7200900" cy="1673423"/>
          </a:xfrm>
          <a:prstGeom prst="roundRect">
            <a:avLst>
              <a:gd name="adj" fmla="val 91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28"/>
          <p:cNvSpPr/>
          <p:nvPr/>
        </p:nvSpPr>
        <p:spPr>
          <a:xfrm>
            <a:off x="952500" y="3125986"/>
            <a:ext cx="7200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28"/>
          <p:cNvSpPr/>
          <p:nvPr/>
        </p:nvSpPr>
        <p:spPr>
          <a:xfrm>
            <a:off x="952500" y="1462088"/>
            <a:ext cx="7200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28"/>
          <p:cNvSpPr/>
          <p:nvPr/>
        </p:nvSpPr>
        <p:spPr>
          <a:xfrm>
            <a:off x="952500" y="1462088"/>
            <a:ext cx="57150" cy="1673423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28"/>
          <p:cNvSpPr/>
          <p:nvPr/>
        </p:nvSpPr>
        <p:spPr>
          <a:xfrm>
            <a:off x="8143875" y="1462088"/>
            <a:ext cx="9525" cy="1673423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28"/>
          <p:cNvSpPr/>
          <p:nvPr/>
        </p:nvSpPr>
        <p:spPr>
          <a:xfrm>
            <a:off x="1295400" y="1719263"/>
            <a:ext cx="721899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① 題目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8"/>
          <p:cNvSpPr/>
          <p:nvPr/>
        </p:nvSpPr>
        <p:spPr>
          <a:xfrm>
            <a:off x="1295400" y="2081212"/>
            <a:ext cx="6759607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為公司架一套對外的 WordPress 官網，並依資安要求把 </a:t>
            </a:r>
            <a:r>
              <a:rPr lang="en-US" sz="20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 與資料庫分放不同網段</a:t>
            </a: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r>
              <a:rPr lang="en-US" sz="150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（Tier 0）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8"/>
          <p:cNvSpPr/>
          <p:nvPr/>
        </p:nvSpPr>
        <p:spPr>
          <a:xfrm>
            <a:off x="952500" y="3326011"/>
            <a:ext cx="7200900" cy="6389489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28"/>
          <p:cNvSpPr/>
          <p:nvPr/>
        </p:nvSpPr>
        <p:spPr>
          <a:xfrm>
            <a:off x="952500" y="9705975"/>
            <a:ext cx="7200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28"/>
          <p:cNvSpPr/>
          <p:nvPr/>
        </p:nvSpPr>
        <p:spPr>
          <a:xfrm>
            <a:off x="952500" y="3326011"/>
            <a:ext cx="7200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28"/>
          <p:cNvSpPr/>
          <p:nvPr/>
        </p:nvSpPr>
        <p:spPr>
          <a:xfrm>
            <a:off x="952500" y="3326011"/>
            <a:ext cx="57150" cy="6389489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28"/>
          <p:cNvSpPr/>
          <p:nvPr/>
        </p:nvSpPr>
        <p:spPr>
          <a:xfrm>
            <a:off x="8143875" y="3326011"/>
            <a:ext cx="9525" cy="6389489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28"/>
          <p:cNvSpPr/>
          <p:nvPr/>
        </p:nvSpPr>
        <p:spPr>
          <a:xfrm>
            <a:off x="1295400" y="3583186"/>
            <a:ext cx="721899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③ 預期成效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8"/>
          <p:cNvSpPr/>
          <p:nvPr/>
        </p:nvSpPr>
        <p:spPr>
          <a:xfrm>
            <a:off x="1295400" y="3964186"/>
            <a:ext cx="1766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E8890C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8"/>
          <p:cNvSpPr/>
          <p:nvPr/>
        </p:nvSpPr>
        <p:spPr>
          <a:xfrm>
            <a:off x="1510159" y="3964186"/>
            <a:ext cx="4619350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能獨立用 VPC 切公私網段並部署分層架構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8"/>
          <p:cNvSpPr/>
          <p:nvPr/>
        </p:nvSpPr>
        <p:spPr>
          <a:xfrm>
            <a:off x="1295400" y="4409926"/>
            <a:ext cx="1766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E8890C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8"/>
          <p:cNvSpPr/>
          <p:nvPr/>
        </p:nvSpPr>
        <p:spPr>
          <a:xfrm>
            <a:off x="1510159" y="4409926"/>
            <a:ext cx="4708981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理解「Web 對外、DB 藏起來」的資安底線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8"/>
          <p:cNvSpPr/>
          <p:nvPr/>
        </p:nvSpPr>
        <p:spPr>
          <a:xfrm>
            <a:off x="1295400" y="4855666"/>
            <a:ext cx="1766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E8890C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8"/>
          <p:cNvSpPr/>
          <p:nvPr/>
        </p:nvSpPr>
        <p:spPr>
          <a:xfrm>
            <a:off x="1510159" y="4855666"/>
            <a:ext cx="4526280" cy="36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具備企業系統上線與過資安稽核的基本功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8"/>
          <p:cNvSpPr/>
          <p:nvPr/>
        </p:nvSpPr>
        <p:spPr>
          <a:xfrm>
            <a:off x="8534400" y="1462088"/>
            <a:ext cx="8801100" cy="8253412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28"/>
          <p:cNvSpPr/>
          <p:nvPr/>
        </p:nvSpPr>
        <p:spPr>
          <a:xfrm>
            <a:off x="8867775" y="1738313"/>
            <a:ext cx="89477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② 系統架構圖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8"/>
          <p:cNvSpPr/>
          <p:nvPr/>
        </p:nvSpPr>
        <p:spPr>
          <a:xfrm>
            <a:off x="8867775" y="4224338"/>
            <a:ext cx="1143000" cy="909638"/>
          </a:xfrm>
          <a:prstGeom prst="roundRect">
            <a:avLst>
              <a:gd name="adj" fmla="val 12565"/>
            </a:avLst>
          </a:prstGeom>
          <a:solidFill>
            <a:srgbClr val="EDF3F8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28"/>
          <p:cNvSpPr/>
          <p:nvPr/>
        </p:nvSpPr>
        <p:spPr>
          <a:xfrm>
            <a:off x="9029700" y="4386263"/>
            <a:ext cx="8191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8"/>
          <p:cNvSpPr/>
          <p:nvPr/>
        </p:nvSpPr>
        <p:spPr>
          <a:xfrm>
            <a:off x="9029700" y="4748213"/>
            <a:ext cx="81915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28"/>
          <p:cNvSpPr/>
          <p:nvPr/>
        </p:nvSpPr>
        <p:spPr>
          <a:xfrm>
            <a:off x="10163175" y="4510088"/>
            <a:ext cx="338807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97A6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8C97A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8"/>
          <p:cNvSpPr/>
          <p:nvPr/>
        </p:nvSpPr>
        <p:spPr>
          <a:xfrm>
            <a:off x="10578182" y="3988594"/>
            <a:ext cx="6423943" cy="1381125"/>
          </a:xfrm>
          <a:prstGeom prst="roundRect">
            <a:avLst>
              <a:gd name="adj" fmla="val 9655"/>
            </a:avLst>
          </a:prstGeom>
          <a:solidFill>
            <a:srgbClr val="0073BB">
              <a:alpha val="3921"/>
            </a:srgbClr>
          </a:solidFill>
          <a:ln w="19050" cap="flat" cmpd="sng">
            <a:solidFill>
              <a:srgbClr val="9FC4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28"/>
          <p:cNvSpPr/>
          <p:nvPr/>
        </p:nvSpPr>
        <p:spPr>
          <a:xfrm>
            <a:off x="10768682" y="4140994"/>
            <a:ext cx="66472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VPC · Public Subnet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8"/>
          <p:cNvSpPr/>
          <p:nvPr/>
        </p:nvSpPr>
        <p:spPr>
          <a:xfrm>
            <a:off x="10768682" y="4417219"/>
            <a:ext cx="6042943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28"/>
          <p:cNvSpPr/>
          <p:nvPr/>
        </p:nvSpPr>
        <p:spPr>
          <a:xfrm>
            <a:off x="10768682" y="5207794"/>
            <a:ext cx="604294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28"/>
          <p:cNvSpPr/>
          <p:nvPr/>
        </p:nvSpPr>
        <p:spPr>
          <a:xfrm>
            <a:off x="10768682" y="4417219"/>
            <a:ext cx="604294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28"/>
          <p:cNvSpPr/>
          <p:nvPr/>
        </p:nvSpPr>
        <p:spPr>
          <a:xfrm>
            <a:off x="10768682" y="4417219"/>
            <a:ext cx="47625" cy="8001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28"/>
          <p:cNvSpPr/>
          <p:nvPr/>
        </p:nvSpPr>
        <p:spPr>
          <a:xfrm>
            <a:off x="16802100" y="4417219"/>
            <a:ext cx="9525" cy="80010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28"/>
          <p:cNvSpPr/>
          <p:nvPr/>
        </p:nvSpPr>
        <p:spPr>
          <a:xfrm>
            <a:off x="10663703" y="4560094"/>
            <a:ext cx="6291002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 · EC2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8"/>
          <p:cNvSpPr/>
          <p:nvPr/>
        </p:nvSpPr>
        <p:spPr>
          <a:xfrm>
            <a:off x="10663703" y="4860131"/>
            <a:ext cx="6291002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WordPress + Apache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8"/>
          <p:cNvSpPr/>
          <p:nvPr/>
        </p:nvSpPr>
        <p:spPr>
          <a:xfrm rot="5400000">
            <a:off x="16070721" y="5367338"/>
            <a:ext cx="29337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97A6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8C97A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8"/>
          <p:cNvSpPr/>
          <p:nvPr/>
        </p:nvSpPr>
        <p:spPr>
          <a:xfrm>
            <a:off x="11633522" y="5707856"/>
            <a:ext cx="5368603" cy="1419225"/>
          </a:xfrm>
          <a:prstGeom prst="roundRect">
            <a:avLst>
              <a:gd name="adj" fmla="val 9396"/>
            </a:avLst>
          </a:prstGeom>
          <a:solidFill>
            <a:srgbClr val="E8890C">
              <a:alpha val="5098"/>
            </a:srgbClr>
          </a:solidFill>
          <a:ln w="19050" cap="flat" cmpd="sng">
            <a:solidFill>
              <a:srgbClr val="E0B48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28"/>
          <p:cNvSpPr/>
          <p:nvPr/>
        </p:nvSpPr>
        <p:spPr>
          <a:xfrm>
            <a:off x="11824022" y="5860256"/>
            <a:ext cx="54863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VPC · Private Subnet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8"/>
          <p:cNvSpPr/>
          <p:nvPr/>
        </p:nvSpPr>
        <p:spPr>
          <a:xfrm>
            <a:off x="11824022" y="6136481"/>
            <a:ext cx="4987603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28"/>
          <p:cNvSpPr/>
          <p:nvPr/>
        </p:nvSpPr>
        <p:spPr>
          <a:xfrm>
            <a:off x="11824022" y="6965156"/>
            <a:ext cx="498760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28"/>
          <p:cNvSpPr/>
          <p:nvPr/>
        </p:nvSpPr>
        <p:spPr>
          <a:xfrm>
            <a:off x="11824022" y="6136481"/>
            <a:ext cx="498760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28"/>
          <p:cNvSpPr/>
          <p:nvPr/>
        </p:nvSpPr>
        <p:spPr>
          <a:xfrm>
            <a:off x="11824022" y="6136481"/>
            <a:ext cx="47625" cy="8382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28"/>
          <p:cNvSpPr/>
          <p:nvPr/>
        </p:nvSpPr>
        <p:spPr>
          <a:xfrm>
            <a:off x="16802100" y="6136481"/>
            <a:ext cx="9525" cy="83820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28"/>
          <p:cNvSpPr/>
          <p:nvPr/>
        </p:nvSpPr>
        <p:spPr>
          <a:xfrm>
            <a:off x="11771810" y="6279356"/>
            <a:ext cx="5130128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RDS · MySQL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8"/>
          <p:cNvSpPr/>
          <p:nvPr/>
        </p:nvSpPr>
        <p:spPr>
          <a:xfrm>
            <a:off x="11771810" y="6579394"/>
            <a:ext cx="5130128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外網連不到，只允許 Web 的 SG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8"/>
          <p:cNvSpPr/>
          <p:nvPr/>
        </p:nvSpPr>
        <p:spPr>
          <a:xfrm>
            <a:off x="8867775" y="9072563"/>
            <a:ext cx="554459" cy="366713"/>
          </a:xfrm>
          <a:prstGeom prst="roundRect">
            <a:avLst>
              <a:gd name="adj" fmla="val 20779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28"/>
          <p:cNvSpPr/>
          <p:nvPr/>
        </p:nvSpPr>
        <p:spPr>
          <a:xfrm>
            <a:off x="8982075" y="9129713"/>
            <a:ext cx="40205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VPC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8"/>
          <p:cNvSpPr/>
          <p:nvPr/>
        </p:nvSpPr>
        <p:spPr>
          <a:xfrm>
            <a:off x="9517484" y="9072563"/>
            <a:ext cx="2726531" cy="366713"/>
          </a:xfrm>
          <a:prstGeom prst="roundRect">
            <a:avLst>
              <a:gd name="adj" fmla="val 20779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28"/>
          <p:cNvSpPr/>
          <p:nvPr/>
        </p:nvSpPr>
        <p:spPr>
          <a:xfrm>
            <a:off x="9631784" y="9129713"/>
            <a:ext cx="2579727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Public / Private Subnet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8"/>
          <p:cNvSpPr/>
          <p:nvPr/>
        </p:nvSpPr>
        <p:spPr>
          <a:xfrm>
            <a:off x="12339265" y="9072563"/>
            <a:ext cx="554459" cy="366713"/>
          </a:xfrm>
          <a:prstGeom prst="roundRect">
            <a:avLst>
              <a:gd name="adj" fmla="val 20779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28"/>
          <p:cNvSpPr/>
          <p:nvPr/>
        </p:nvSpPr>
        <p:spPr>
          <a:xfrm>
            <a:off x="12453565" y="9129713"/>
            <a:ext cx="40205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EC2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8"/>
          <p:cNvSpPr/>
          <p:nvPr/>
        </p:nvSpPr>
        <p:spPr>
          <a:xfrm>
            <a:off x="12988975" y="9072563"/>
            <a:ext cx="1206029" cy="366713"/>
          </a:xfrm>
          <a:prstGeom prst="roundRect">
            <a:avLst>
              <a:gd name="adj" fmla="val 20779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28"/>
          <p:cNvSpPr/>
          <p:nvPr/>
        </p:nvSpPr>
        <p:spPr>
          <a:xfrm>
            <a:off x="13103275" y="9129713"/>
            <a:ext cx="105362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RDS/MySQL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8"/>
          <p:cNvSpPr/>
          <p:nvPr/>
        </p:nvSpPr>
        <p:spPr>
          <a:xfrm>
            <a:off x="14290253" y="9072563"/>
            <a:ext cx="2219623" cy="366713"/>
          </a:xfrm>
          <a:prstGeom prst="roundRect">
            <a:avLst>
              <a:gd name="adj" fmla="val 20779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28"/>
          <p:cNvSpPr/>
          <p:nvPr/>
        </p:nvSpPr>
        <p:spPr>
          <a:xfrm>
            <a:off x="14404553" y="9129713"/>
            <a:ext cx="2067223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Security Group 串接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2484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29"/>
          <p:cNvSpPr/>
          <p:nvPr/>
        </p:nvSpPr>
        <p:spPr>
          <a:xfrm>
            <a:off x="857250" y="607219"/>
            <a:ext cx="1386929" cy="466725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9"/>
          <p:cNvSpPr/>
          <p:nvPr/>
        </p:nvSpPr>
        <p:spPr>
          <a:xfrm>
            <a:off x="1047750" y="692944"/>
            <a:ext cx="108212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範例 · 下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9"/>
          <p:cNvSpPr/>
          <p:nvPr/>
        </p:nvSpPr>
        <p:spPr>
          <a:xfrm>
            <a:off x="2453729" y="533400"/>
            <a:ext cx="6278314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④ 甘特圖時程 ＆ ⑤ 檢核點</a:t>
            </a:r>
            <a:endParaRPr sz="3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9"/>
          <p:cNvSpPr/>
          <p:nvPr/>
        </p:nvSpPr>
        <p:spPr>
          <a:xfrm>
            <a:off x="8370838" y="781050"/>
            <a:ext cx="222810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WordPress 專題 · 6 週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9"/>
          <p:cNvSpPr/>
          <p:nvPr/>
        </p:nvSpPr>
        <p:spPr>
          <a:xfrm>
            <a:off x="857250" y="1376363"/>
            <a:ext cx="9936287" cy="8377238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29"/>
          <p:cNvSpPr/>
          <p:nvPr/>
        </p:nvSpPr>
        <p:spPr>
          <a:xfrm>
            <a:off x="1152525" y="1633538"/>
            <a:ext cx="1028031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④ 甘特圖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9"/>
          <p:cNvSpPr/>
          <p:nvPr/>
        </p:nvSpPr>
        <p:spPr>
          <a:xfrm>
            <a:off x="3781425" y="4081463"/>
            <a:ext cx="1071786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29"/>
          <p:cNvSpPr/>
          <p:nvPr/>
        </p:nvSpPr>
        <p:spPr>
          <a:xfrm>
            <a:off x="3743325" y="3819525"/>
            <a:ext cx="1147986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W1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9"/>
          <p:cNvSpPr/>
          <p:nvPr/>
        </p:nvSpPr>
        <p:spPr>
          <a:xfrm>
            <a:off x="4910361" y="4081463"/>
            <a:ext cx="1071860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29"/>
          <p:cNvSpPr/>
          <p:nvPr/>
        </p:nvSpPr>
        <p:spPr>
          <a:xfrm>
            <a:off x="4872261" y="3819525"/>
            <a:ext cx="114806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9"/>
          <p:cNvSpPr/>
          <p:nvPr/>
        </p:nvSpPr>
        <p:spPr>
          <a:xfrm>
            <a:off x="6039371" y="4081463"/>
            <a:ext cx="1071860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29"/>
          <p:cNvSpPr/>
          <p:nvPr/>
        </p:nvSpPr>
        <p:spPr>
          <a:xfrm>
            <a:off x="6001271" y="3819525"/>
            <a:ext cx="114806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W3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9"/>
          <p:cNvSpPr/>
          <p:nvPr/>
        </p:nvSpPr>
        <p:spPr>
          <a:xfrm>
            <a:off x="7168381" y="4081463"/>
            <a:ext cx="1071860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29"/>
          <p:cNvSpPr/>
          <p:nvPr/>
        </p:nvSpPr>
        <p:spPr>
          <a:xfrm>
            <a:off x="7130281" y="3819525"/>
            <a:ext cx="114806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W4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9"/>
          <p:cNvSpPr/>
          <p:nvPr/>
        </p:nvSpPr>
        <p:spPr>
          <a:xfrm>
            <a:off x="8297391" y="4081463"/>
            <a:ext cx="1071860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29"/>
          <p:cNvSpPr/>
          <p:nvPr/>
        </p:nvSpPr>
        <p:spPr>
          <a:xfrm>
            <a:off x="8259291" y="3819525"/>
            <a:ext cx="114806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W5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9"/>
          <p:cNvSpPr/>
          <p:nvPr/>
        </p:nvSpPr>
        <p:spPr>
          <a:xfrm>
            <a:off x="9426401" y="4081463"/>
            <a:ext cx="1071786" cy="1905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29"/>
          <p:cNvSpPr/>
          <p:nvPr/>
        </p:nvSpPr>
        <p:spPr>
          <a:xfrm>
            <a:off x="9388301" y="3819525"/>
            <a:ext cx="1147986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W6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9"/>
          <p:cNvSpPr/>
          <p:nvPr/>
        </p:nvSpPr>
        <p:spPr>
          <a:xfrm>
            <a:off x="1152525" y="4210050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需求釐清 &amp; 架構設計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9"/>
          <p:cNvSpPr/>
          <p:nvPr/>
        </p:nvSpPr>
        <p:spPr>
          <a:xfrm>
            <a:off x="3781425" y="4205288"/>
            <a:ext cx="1071786" cy="304800"/>
          </a:xfrm>
          <a:prstGeom prst="roundRect">
            <a:avLst>
              <a:gd name="adj" fmla="val 25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29"/>
          <p:cNvSpPr/>
          <p:nvPr/>
        </p:nvSpPr>
        <p:spPr>
          <a:xfrm>
            <a:off x="1152525" y="4619625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VPC / 網段建置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9"/>
          <p:cNvSpPr/>
          <p:nvPr/>
        </p:nvSpPr>
        <p:spPr>
          <a:xfrm>
            <a:off x="3781425" y="4614863"/>
            <a:ext cx="2200796" cy="304800"/>
          </a:xfrm>
          <a:prstGeom prst="roundRect">
            <a:avLst>
              <a:gd name="adj" fmla="val 25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9"/>
          <p:cNvSpPr/>
          <p:nvPr/>
        </p:nvSpPr>
        <p:spPr>
          <a:xfrm>
            <a:off x="1152525" y="5029200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 (EC2) 部署 WordPress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9"/>
          <p:cNvSpPr/>
          <p:nvPr/>
        </p:nvSpPr>
        <p:spPr>
          <a:xfrm>
            <a:off x="4910361" y="5024438"/>
            <a:ext cx="2200870" cy="304800"/>
          </a:xfrm>
          <a:prstGeom prst="roundRect">
            <a:avLst>
              <a:gd name="adj" fmla="val 25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29"/>
          <p:cNvSpPr/>
          <p:nvPr/>
        </p:nvSpPr>
        <p:spPr>
          <a:xfrm>
            <a:off x="1152525" y="5438775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RDS 建置 &amp; 串接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9"/>
          <p:cNvSpPr/>
          <p:nvPr/>
        </p:nvSpPr>
        <p:spPr>
          <a:xfrm>
            <a:off x="6039371" y="5434013"/>
            <a:ext cx="2200870" cy="304800"/>
          </a:xfrm>
          <a:prstGeom prst="roundRect">
            <a:avLst>
              <a:gd name="adj" fmla="val 25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29"/>
          <p:cNvSpPr/>
          <p:nvPr/>
        </p:nvSpPr>
        <p:spPr>
          <a:xfrm>
            <a:off x="1152525" y="5848350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SG 收斂 &amp; 連線測試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9"/>
          <p:cNvSpPr/>
          <p:nvPr/>
        </p:nvSpPr>
        <p:spPr>
          <a:xfrm>
            <a:off x="7168381" y="5843588"/>
            <a:ext cx="1071860" cy="304800"/>
          </a:xfrm>
          <a:prstGeom prst="roundRect">
            <a:avLst>
              <a:gd name="adj" fmla="val 25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29"/>
          <p:cNvSpPr/>
          <p:nvPr/>
        </p:nvSpPr>
        <p:spPr>
          <a:xfrm>
            <a:off x="1152525" y="6257925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架構圖 &amp; README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9"/>
          <p:cNvSpPr/>
          <p:nvPr/>
        </p:nvSpPr>
        <p:spPr>
          <a:xfrm>
            <a:off x="8297391" y="6253163"/>
            <a:ext cx="1071860" cy="30480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29"/>
          <p:cNvSpPr/>
          <p:nvPr/>
        </p:nvSpPr>
        <p:spPr>
          <a:xfrm>
            <a:off x="1152525" y="6667500"/>
            <a:ext cx="28289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Demo 演練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9"/>
          <p:cNvSpPr/>
          <p:nvPr/>
        </p:nvSpPr>
        <p:spPr>
          <a:xfrm>
            <a:off x="8297391" y="6662738"/>
            <a:ext cx="2200796" cy="30480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29"/>
          <p:cNvSpPr/>
          <p:nvPr/>
        </p:nvSpPr>
        <p:spPr>
          <a:xfrm>
            <a:off x="1152525" y="7072313"/>
            <a:ext cx="2828925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檢核點 ◆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9"/>
          <p:cNvSpPr/>
          <p:nvPr/>
        </p:nvSpPr>
        <p:spPr>
          <a:xfrm rot="2700000">
            <a:off x="5820296" y="710326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29"/>
          <p:cNvSpPr/>
          <p:nvPr/>
        </p:nvSpPr>
        <p:spPr>
          <a:xfrm rot="2700000">
            <a:off x="6949306" y="710326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29"/>
          <p:cNvSpPr/>
          <p:nvPr/>
        </p:nvSpPr>
        <p:spPr>
          <a:xfrm rot="2700000">
            <a:off x="8078316" y="710326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29"/>
          <p:cNvSpPr/>
          <p:nvPr/>
        </p:nvSpPr>
        <p:spPr>
          <a:xfrm rot="2700000">
            <a:off x="9207326" y="710326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29"/>
          <p:cNvSpPr/>
          <p:nvPr/>
        </p:nvSpPr>
        <p:spPr>
          <a:xfrm>
            <a:off x="1152525" y="929401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29"/>
          <p:cNvSpPr/>
          <p:nvPr/>
        </p:nvSpPr>
        <p:spPr>
          <a:xfrm>
            <a:off x="1381125" y="9258300"/>
            <a:ext cx="438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設計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9"/>
          <p:cNvSpPr/>
          <p:nvPr/>
        </p:nvSpPr>
        <p:spPr>
          <a:xfrm>
            <a:off x="1952625" y="929401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29"/>
          <p:cNvSpPr/>
          <p:nvPr/>
        </p:nvSpPr>
        <p:spPr>
          <a:xfrm>
            <a:off x="2181225" y="9258300"/>
            <a:ext cx="438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建置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9"/>
          <p:cNvSpPr/>
          <p:nvPr/>
        </p:nvSpPr>
        <p:spPr>
          <a:xfrm>
            <a:off x="2752725" y="929401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29"/>
          <p:cNvSpPr/>
          <p:nvPr/>
        </p:nvSpPr>
        <p:spPr>
          <a:xfrm>
            <a:off x="2981325" y="9258300"/>
            <a:ext cx="941412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測試 / 交付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9"/>
          <p:cNvSpPr/>
          <p:nvPr/>
        </p:nvSpPr>
        <p:spPr>
          <a:xfrm rot="2700000">
            <a:off x="4056087" y="930354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29"/>
          <p:cNvSpPr/>
          <p:nvPr/>
        </p:nvSpPr>
        <p:spPr>
          <a:xfrm>
            <a:off x="4265637" y="9258300"/>
            <a:ext cx="1303362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里程碑 / 檢核點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9"/>
          <p:cNvSpPr/>
          <p:nvPr/>
        </p:nvSpPr>
        <p:spPr>
          <a:xfrm>
            <a:off x="11174537" y="1376363"/>
            <a:ext cx="6256139" cy="8377238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29"/>
          <p:cNvSpPr/>
          <p:nvPr/>
        </p:nvSpPr>
        <p:spPr>
          <a:xfrm>
            <a:off x="11469812" y="1633538"/>
            <a:ext cx="623214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⑤ 檢核點（可逐條打勾）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9"/>
          <p:cNvSpPr/>
          <p:nvPr/>
        </p:nvSpPr>
        <p:spPr>
          <a:xfrm>
            <a:off x="11469812" y="4246811"/>
            <a:ext cx="323850" cy="323850"/>
          </a:xfrm>
          <a:prstGeom prst="roundRect">
            <a:avLst>
              <a:gd name="adj" fmla="val 23529"/>
            </a:avLst>
          </a:prstGeom>
          <a:noFill/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29"/>
          <p:cNvSpPr/>
          <p:nvPr/>
        </p:nvSpPr>
        <p:spPr>
          <a:xfrm>
            <a:off x="11450762" y="4265861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9"/>
          <p:cNvSpPr/>
          <p:nvPr/>
        </p:nvSpPr>
        <p:spPr>
          <a:xfrm>
            <a:off x="11946062" y="4299198"/>
            <a:ext cx="52967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W2 末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9"/>
          <p:cNvSpPr/>
          <p:nvPr/>
        </p:nvSpPr>
        <p:spPr>
          <a:xfrm>
            <a:off x="11946062" y="4489698"/>
            <a:ext cx="3879213" cy="3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VPC 切出 public / private 兩個 subnet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9"/>
          <p:cNvSpPr/>
          <p:nvPr/>
        </p:nvSpPr>
        <p:spPr>
          <a:xfrm>
            <a:off x="11469812" y="4948758"/>
            <a:ext cx="323850" cy="323850"/>
          </a:xfrm>
          <a:prstGeom prst="roundRect">
            <a:avLst>
              <a:gd name="adj" fmla="val 23529"/>
            </a:avLst>
          </a:prstGeom>
          <a:noFill/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29"/>
          <p:cNvSpPr/>
          <p:nvPr/>
        </p:nvSpPr>
        <p:spPr>
          <a:xfrm>
            <a:off x="11450762" y="4967808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9"/>
          <p:cNvSpPr/>
          <p:nvPr/>
        </p:nvSpPr>
        <p:spPr>
          <a:xfrm>
            <a:off x="11946062" y="5001146"/>
            <a:ext cx="52967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W3 末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9"/>
          <p:cNvSpPr/>
          <p:nvPr/>
        </p:nvSpPr>
        <p:spPr>
          <a:xfrm>
            <a:off x="11946062" y="5191646"/>
            <a:ext cx="3627016" cy="3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 在 public，外部瀏覽得到網站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9"/>
          <p:cNvSpPr/>
          <p:nvPr/>
        </p:nvSpPr>
        <p:spPr>
          <a:xfrm>
            <a:off x="11469812" y="5650706"/>
            <a:ext cx="323850" cy="323850"/>
          </a:xfrm>
          <a:prstGeom prst="roundRect">
            <a:avLst>
              <a:gd name="adj" fmla="val 23529"/>
            </a:avLst>
          </a:prstGeom>
          <a:noFill/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29"/>
          <p:cNvSpPr/>
          <p:nvPr/>
        </p:nvSpPr>
        <p:spPr>
          <a:xfrm>
            <a:off x="11450762" y="5669756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9"/>
          <p:cNvSpPr/>
          <p:nvPr/>
        </p:nvSpPr>
        <p:spPr>
          <a:xfrm>
            <a:off x="11946062" y="5703094"/>
            <a:ext cx="52967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W4 末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9"/>
          <p:cNvSpPr/>
          <p:nvPr/>
        </p:nvSpPr>
        <p:spPr>
          <a:xfrm>
            <a:off x="11946062" y="5893594"/>
            <a:ext cx="5433893" cy="3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DB 在 private 外網連不到，SG 只允許 Web 連 3306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9"/>
          <p:cNvSpPr/>
          <p:nvPr/>
        </p:nvSpPr>
        <p:spPr>
          <a:xfrm>
            <a:off x="11469812" y="6352654"/>
            <a:ext cx="323850" cy="323850"/>
          </a:xfrm>
          <a:prstGeom prst="roundRect">
            <a:avLst>
              <a:gd name="adj" fmla="val 23529"/>
            </a:avLst>
          </a:prstGeom>
          <a:noFill/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29"/>
          <p:cNvSpPr/>
          <p:nvPr/>
        </p:nvSpPr>
        <p:spPr>
          <a:xfrm>
            <a:off x="11450762" y="637170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9"/>
          <p:cNvSpPr/>
          <p:nvPr/>
        </p:nvSpPr>
        <p:spPr>
          <a:xfrm>
            <a:off x="11946062" y="6405042"/>
            <a:ext cx="52967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W5 末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9"/>
          <p:cNvSpPr/>
          <p:nvPr/>
        </p:nvSpPr>
        <p:spPr>
          <a:xfrm>
            <a:off x="11946062" y="6595542"/>
            <a:ext cx="4466116" cy="3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發一篇文章、重整後仍在（確認寫入 DB）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9"/>
          <p:cNvSpPr/>
          <p:nvPr/>
        </p:nvSpPr>
        <p:spPr>
          <a:xfrm>
            <a:off x="11469812" y="9229725"/>
            <a:ext cx="623214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Demo 當天逐條對照即可，最客觀。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056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7284A"/>
              </a:gs>
              <a:gs pos="62000">
                <a:srgbClr val="0C1526"/>
              </a:gs>
              <a:gs pos="100000">
                <a:srgbClr val="0C152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0"/>
          <p:cNvSpPr/>
          <p:nvPr/>
        </p:nvSpPr>
        <p:spPr>
          <a:xfrm>
            <a:off x="1143000" y="3301826"/>
            <a:ext cx="1760220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START HERE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0"/>
          <p:cNvSpPr/>
          <p:nvPr/>
        </p:nvSpPr>
        <p:spPr>
          <a:xfrm>
            <a:off x="1143000" y="3849514"/>
            <a:ext cx="17602200" cy="107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lang="en-US" sz="7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先求有，再求好。</a:t>
            </a:r>
            <a:endParaRPr sz="7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0"/>
          <p:cNvSpPr/>
          <p:nvPr/>
        </p:nvSpPr>
        <p:spPr>
          <a:xfrm>
            <a:off x="1143000" y="5384899"/>
            <a:ext cx="2762250" cy="695325"/>
          </a:xfrm>
          <a:prstGeom prst="roundRect">
            <a:avLst>
              <a:gd name="adj" fmla="val 16438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0"/>
          <p:cNvSpPr/>
          <p:nvPr/>
        </p:nvSpPr>
        <p:spPr>
          <a:xfrm>
            <a:off x="1371600" y="5518249"/>
            <a:ext cx="23879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4EE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CE4EE"/>
                </a:solidFill>
                <a:latin typeface="Arial"/>
                <a:ea typeface="Arial"/>
                <a:cs typeface="Arial"/>
                <a:sym typeface="Arial"/>
              </a:rPr>
              <a:t>開一個 AWS 帳號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0"/>
          <p:cNvSpPr/>
          <p:nvPr/>
        </p:nvSpPr>
        <p:spPr>
          <a:xfrm>
            <a:off x="4095750" y="5551587"/>
            <a:ext cx="3676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0"/>
          <p:cNvSpPr/>
          <p:nvPr/>
        </p:nvSpPr>
        <p:spPr>
          <a:xfrm>
            <a:off x="4577655" y="5384899"/>
            <a:ext cx="2602111" cy="695325"/>
          </a:xfrm>
          <a:prstGeom prst="roundRect">
            <a:avLst>
              <a:gd name="adj" fmla="val 16438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30"/>
          <p:cNvSpPr/>
          <p:nvPr/>
        </p:nvSpPr>
        <p:spPr>
          <a:xfrm>
            <a:off x="4806255" y="5518249"/>
            <a:ext cx="2222974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4EE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CE4EE"/>
                </a:solidFill>
                <a:latin typeface="Arial"/>
                <a:ea typeface="Arial"/>
                <a:cs typeface="Arial"/>
                <a:sym typeface="Arial"/>
              </a:rPr>
              <a:t>設 Budgets 告警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0"/>
          <p:cNvSpPr/>
          <p:nvPr/>
        </p:nvSpPr>
        <p:spPr>
          <a:xfrm>
            <a:off x="7370266" y="5551587"/>
            <a:ext cx="3676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0"/>
          <p:cNvSpPr/>
          <p:nvPr/>
        </p:nvSpPr>
        <p:spPr>
          <a:xfrm>
            <a:off x="7852172" y="5384899"/>
            <a:ext cx="1371600" cy="695325"/>
          </a:xfrm>
          <a:prstGeom prst="roundRect">
            <a:avLst>
              <a:gd name="adj" fmla="val 16438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30"/>
          <p:cNvSpPr/>
          <p:nvPr/>
        </p:nvSpPr>
        <p:spPr>
          <a:xfrm>
            <a:off x="8080772" y="5518249"/>
            <a:ext cx="9906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4EE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CE4EE"/>
                </a:solidFill>
                <a:latin typeface="Arial"/>
                <a:ea typeface="Arial"/>
                <a:cs typeface="Arial"/>
                <a:sym typeface="Arial"/>
              </a:rPr>
              <a:t>挑一題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0"/>
          <p:cNvSpPr/>
          <p:nvPr/>
        </p:nvSpPr>
        <p:spPr>
          <a:xfrm>
            <a:off x="9414272" y="5551587"/>
            <a:ext cx="3676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0"/>
          <p:cNvSpPr/>
          <p:nvPr/>
        </p:nvSpPr>
        <p:spPr>
          <a:xfrm>
            <a:off x="9896177" y="5384899"/>
            <a:ext cx="3200400" cy="695325"/>
          </a:xfrm>
          <a:prstGeom prst="roundRect">
            <a:avLst>
              <a:gd name="adj" fmla="val 16438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0"/>
          <p:cNvSpPr/>
          <p:nvPr/>
        </p:nvSpPr>
        <p:spPr>
          <a:xfrm>
            <a:off x="10124777" y="5518249"/>
            <a:ext cx="283921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52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C1526"/>
                </a:solidFill>
                <a:latin typeface="Arial"/>
                <a:ea typeface="Arial"/>
                <a:cs typeface="Arial"/>
                <a:sym typeface="Arial"/>
              </a:rPr>
              <a:t>讓它「真的跑起來」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0"/>
          <p:cNvSpPr/>
          <p:nvPr/>
        </p:nvSpPr>
        <p:spPr>
          <a:xfrm>
            <a:off x="1143000" y="6613624"/>
            <a:ext cx="176022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6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8FA0B6"/>
                </a:solidFill>
                <a:latin typeface="Arial"/>
                <a:ea typeface="Arial"/>
                <a:cs typeface="Arial"/>
                <a:sym typeface="Arial"/>
              </a:rPr>
              <a:t>有問題隨時問。祝順利！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91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2BCA27E-B62F-CC92-7150-213DD7B3A769}"/>
              </a:ext>
            </a:extLst>
          </p:cNvPr>
          <p:cNvSpPr txBox="1"/>
          <p:nvPr/>
        </p:nvSpPr>
        <p:spPr>
          <a:xfrm>
            <a:off x="419100" y="267773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架構演進史重提</a:t>
            </a:r>
            <a:endParaRPr lang="en-US" altLang="zh-TW" sz="3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9F8035-1841-F612-4530-22D215E93939}"/>
              </a:ext>
            </a:extLst>
          </p:cNvPr>
          <p:cNvSpPr txBox="1"/>
          <p:nvPr/>
        </p:nvSpPr>
        <p:spPr>
          <a:xfrm>
            <a:off x="419099" y="1093161"/>
            <a:ext cx="166227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小商店</a:t>
            </a:r>
            <a:r>
              <a:rPr lang="en-US" altLang="zh-TW" sz="3200" dirty="0"/>
              <a:t>(</a:t>
            </a:r>
            <a:r>
              <a:rPr lang="zh-TW" altLang="en-US" sz="3200" dirty="0"/>
              <a:t>麻雀雖小，五臟俱全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 </a:t>
            </a:r>
            <a:r>
              <a:rPr lang="zh-TW" altLang="en-US" sz="3200" dirty="0"/>
              <a:t>連鎖餐廳</a:t>
            </a:r>
            <a:r>
              <a:rPr lang="en-US" altLang="zh-TW" sz="3200" dirty="0"/>
              <a:t>(</a:t>
            </a:r>
            <a:r>
              <a:rPr lang="zh-TW" altLang="en-US" sz="3200" dirty="0"/>
              <a:t>優化消費者的分流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</a:t>
            </a:r>
            <a:r>
              <a:rPr lang="zh-TW" altLang="en-US" sz="3200" dirty="0"/>
              <a:t>很多人吃，竟爭廠商出現，出更多產品，放到市場流通</a:t>
            </a:r>
            <a:r>
              <a:rPr lang="en-US" altLang="zh-TW" sz="3200" dirty="0"/>
              <a:t>(</a:t>
            </a:r>
            <a:r>
              <a:rPr lang="zh-TW" altLang="en-US" sz="3200" dirty="0"/>
              <a:t>很多產品線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</a:t>
            </a:r>
            <a:r>
              <a:rPr lang="zh-TW" altLang="en-US" sz="3200" dirty="0"/>
              <a:t> 集團控股化 </a:t>
            </a:r>
            <a:r>
              <a:rPr lang="en-US" altLang="zh-TW" sz="3200" dirty="0"/>
              <a:t>=&gt;</a:t>
            </a:r>
            <a:r>
              <a:rPr lang="zh-TW" altLang="en-US" sz="3200" dirty="0"/>
              <a:t> 人力外包 </a:t>
            </a:r>
            <a:r>
              <a:rPr lang="en-US" altLang="zh-TW" sz="3200" dirty="0"/>
              <a:t>=&gt; </a:t>
            </a:r>
            <a:r>
              <a:rPr lang="zh-TW" altLang="en-US" sz="3200" dirty="0"/>
              <a:t>資產管理模式</a:t>
            </a:r>
            <a:endParaRPr lang="en-US" altLang="zh-TW" sz="3200" dirty="0"/>
          </a:p>
          <a:p>
            <a:r>
              <a:rPr lang="zh-TW" altLang="en-US" sz="3200" dirty="0"/>
              <a:t>   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   </a:t>
            </a:r>
            <a:endParaRPr lang="en-US" altLang="zh-TW" sz="3200" dirty="0"/>
          </a:p>
          <a:p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經典架構</a:t>
            </a:r>
            <a:r>
              <a:rPr lang="en-US" altLang="zh-TW" sz="3200" dirty="0"/>
              <a:t>(</a:t>
            </a:r>
            <a:r>
              <a:rPr lang="zh-TW" altLang="en-US" sz="3200" dirty="0"/>
              <a:t>組件不多，該有的都有*</a:t>
            </a:r>
            <a:r>
              <a:rPr lang="en-US" altLang="zh-TW" sz="3200" dirty="0"/>
              <a:t>)(</a:t>
            </a:r>
            <a:r>
              <a:rPr lang="zh-TW" altLang="en-US" sz="3200" dirty="0"/>
              <a:t>六七成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</a:t>
            </a:r>
            <a:r>
              <a:rPr lang="zh-TW" altLang="en-US" sz="3200" dirty="0"/>
              <a:t> 高併發架構</a:t>
            </a:r>
            <a:r>
              <a:rPr lang="en-US" altLang="zh-TW" sz="3200" dirty="0"/>
              <a:t>(</a:t>
            </a:r>
            <a:r>
              <a:rPr lang="zh-TW" altLang="en-US" sz="3200" dirty="0"/>
              <a:t>對用戶作分流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 CI/</a:t>
            </a:r>
            <a:r>
              <a:rPr lang="en-US" altLang="zh-TW" sz="3200" dirty="0" err="1"/>
              <a:t>CD+DevOps</a:t>
            </a:r>
            <a:r>
              <a:rPr lang="en-US" altLang="zh-TW" sz="3200" dirty="0"/>
              <a:t>(</a:t>
            </a:r>
            <a:r>
              <a:rPr lang="zh-TW" altLang="en-US" sz="3200" dirty="0"/>
              <a:t>*，很多功能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</a:t>
            </a:r>
            <a:r>
              <a:rPr lang="zh-TW" altLang="en-US" sz="3200" dirty="0"/>
              <a:t> 微服務架構</a:t>
            </a:r>
            <a:r>
              <a:rPr lang="en-US" altLang="zh-TW" sz="3200" dirty="0"/>
              <a:t>(</a:t>
            </a:r>
            <a:r>
              <a:rPr lang="zh-TW" altLang="en-US" sz="3200" dirty="0"/>
              <a:t>*</a:t>
            </a:r>
            <a:r>
              <a:rPr lang="en-US" altLang="zh-TW" sz="3200" dirty="0"/>
              <a:t>)</a:t>
            </a:r>
            <a:r>
              <a:rPr lang="zh-TW" altLang="en-US" sz="3200" dirty="0"/>
              <a:t> </a:t>
            </a:r>
            <a:r>
              <a:rPr lang="en-US" altLang="zh-TW" sz="3200" dirty="0"/>
              <a:t>=&gt; Serverless</a:t>
            </a:r>
            <a:r>
              <a:rPr lang="zh-TW" altLang="en-US" sz="3200" dirty="0"/>
              <a:t>架構 </a:t>
            </a:r>
            <a:r>
              <a:rPr lang="en-US" altLang="zh-TW" sz="3200" dirty="0"/>
              <a:t>=&gt;</a:t>
            </a:r>
            <a:r>
              <a:rPr lang="zh-TW" altLang="en-US" sz="3200" dirty="0"/>
              <a:t> </a:t>
            </a:r>
            <a:r>
              <a:rPr lang="en-US" altLang="zh-TW" sz="3200" dirty="0"/>
              <a:t>AI-Agent</a:t>
            </a:r>
            <a:r>
              <a:rPr lang="zh-TW" altLang="en-US" sz="3200" dirty="0"/>
              <a:t>架構</a:t>
            </a:r>
            <a:r>
              <a:rPr lang="en-US" altLang="zh-TW" sz="3200" dirty="0"/>
              <a:t>(</a:t>
            </a:r>
            <a:r>
              <a:rPr lang="zh-TW" altLang="en-US" sz="3200" dirty="0"/>
              <a:t>*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AC7ADF-2B93-93E0-5D2C-9B6861640F6A}"/>
              </a:ext>
            </a:extLst>
          </p:cNvPr>
          <p:cNvSpPr/>
          <p:nvPr/>
        </p:nvSpPr>
        <p:spPr>
          <a:xfrm>
            <a:off x="3973189" y="26056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46F11E-FCA7-2674-0B1B-8727D9D00C30}"/>
              </a:ext>
            </a:extLst>
          </p:cNvPr>
          <p:cNvSpPr/>
          <p:nvPr/>
        </p:nvSpPr>
        <p:spPr>
          <a:xfrm>
            <a:off x="4125589" y="27580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CDDB43-2B98-FC01-EE11-1E603323BE21}"/>
              </a:ext>
            </a:extLst>
          </p:cNvPr>
          <p:cNvSpPr/>
          <p:nvPr/>
        </p:nvSpPr>
        <p:spPr>
          <a:xfrm>
            <a:off x="4277989" y="29104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461B56-CA1D-B664-0844-D6D84B85F059}"/>
              </a:ext>
            </a:extLst>
          </p:cNvPr>
          <p:cNvSpPr/>
          <p:nvPr/>
        </p:nvSpPr>
        <p:spPr>
          <a:xfrm>
            <a:off x="4430389" y="30628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CB7CB9-7E7A-6707-4BF9-137EEFCAC598}"/>
              </a:ext>
            </a:extLst>
          </p:cNvPr>
          <p:cNvSpPr/>
          <p:nvPr/>
        </p:nvSpPr>
        <p:spPr>
          <a:xfrm>
            <a:off x="4582789" y="32152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89DB19-5609-3A1E-7FAE-D39BD40B3074}"/>
              </a:ext>
            </a:extLst>
          </p:cNvPr>
          <p:cNvSpPr/>
          <p:nvPr/>
        </p:nvSpPr>
        <p:spPr>
          <a:xfrm>
            <a:off x="4735189" y="33676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F18154-1CA3-0ED5-3FD4-0D3586D25161}"/>
              </a:ext>
            </a:extLst>
          </p:cNvPr>
          <p:cNvSpPr/>
          <p:nvPr/>
        </p:nvSpPr>
        <p:spPr>
          <a:xfrm>
            <a:off x="6773033" y="2702560"/>
            <a:ext cx="1393517" cy="1304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家庭資產管理公司</a:t>
            </a:r>
          </a:p>
        </p:txBody>
      </p:sp>
      <p:sp>
        <p:nvSpPr>
          <p:cNvPr id="21" name="笑臉 20">
            <a:extLst>
              <a:ext uri="{FF2B5EF4-FFF2-40B4-BE49-F238E27FC236}">
                <a16:creationId xmlns:a16="http://schemas.microsoft.com/office/drawing/2014/main" id="{B210B80D-52B4-40D0-58D5-7CE67FA3106A}"/>
              </a:ext>
            </a:extLst>
          </p:cNvPr>
          <p:cNvSpPr/>
          <p:nvPr/>
        </p:nvSpPr>
        <p:spPr>
          <a:xfrm>
            <a:off x="10115044" y="2910435"/>
            <a:ext cx="1003413" cy="944071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FE3AF9E-8A63-F5DE-B2E5-FAEF0579CFB2}"/>
              </a:ext>
            </a:extLst>
          </p:cNvPr>
          <p:cNvCxnSpPr>
            <a:endCxn id="20" idx="3"/>
          </p:cNvCxnSpPr>
          <p:nvPr/>
        </p:nvCxnSpPr>
        <p:spPr>
          <a:xfrm flipH="1" flipV="1">
            <a:off x="8166550" y="3354733"/>
            <a:ext cx="1867574" cy="1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30F98D6-1BFA-C8CE-9FFF-BD9782BD8BD9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374460" y="3354733"/>
            <a:ext cx="1398573" cy="194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35BF811-DDE3-F8E8-378F-A4C692479528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5374460" y="3244906"/>
            <a:ext cx="1393517" cy="442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76D4CE1C-1E08-A07A-204B-E45CDA2E97BB}"/>
              </a:ext>
            </a:extLst>
          </p:cNvPr>
          <p:cNvSpPr/>
          <p:nvPr/>
        </p:nvSpPr>
        <p:spPr>
          <a:xfrm>
            <a:off x="4887589" y="352003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F4994C-A150-DE5C-29FA-81F483405D5D}"/>
              </a:ext>
            </a:extLst>
          </p:cNvPr>
          <p:cNvSpPr/>
          <p:nvPr/>
        </p:nvSpPr>
        <p:spPr>
          <a:xfrm>
            <a:off x="3759354" y="7072720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5B8A4C-E308-0EA0-6DA9-C078A3B09CDD}"/>
              </a:ext>
            </a:extLst>
          </p:cNvPr>
          <p:cNvSpPr/>
          <p:nvPr/>
        </p:nvSpPr>
        <p:spPr>
          <a:xfrm>
            <a:off x="4003464" y="7210285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229CA4B-46E9-5770-3651-2166EE55C28D}"/>
              </a:ext>
            </a:extLst>
          </p:cNvPr>
          <p:cNvSpPr/>
          <p:nvPr/>
        </p:nvSpPr>
        <p:spPr>
          <a:xfrm>
            <a:off x="4258363" y="7396400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5A323E-8070-6F86-4716-C664A247F2A8}"/>
              </a:ext>
            </a:extLst>
          </p:cNvPr>
          <p:cNvSpPr/>
          <p:nvPr/>
        </p:nvSpPr>
        <p:spPr>
          <a:xfrm>
            <a:off x="4536189" y="7629723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6CD95B7-EFCD-DC14-3622-2D7BECC8B05E}"/>
              </a:ext>
            </a:extLst>
          </p:cNvPr>
          <p:cNvSpPr/>
          <p:nvPr/>
        </p:nvSpPr>
        <p:spPr>
          <a:xfrm>
            <a:off x="4688589" y="7782123"/>
            <a:ext cx="639271" cy="63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06FC354-21C1-C41B-39FB-4EC4C86378E5}"/>
              </a:ext>
            </a:extLst>
          </p:cNvPr>
          <p:cNvSpPr/>
          <p:nvPr/>
        </p:nvSpPr>
        <p:spPr>
          <a:xfrm>
            <a:off x="6682131" y="7129950"/>
            <a:ext cx="1393517" cy="1304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Ai-agent</a:t>
            </a:r>
            <a:endParaRPr lang="zh-TW" altLang="en-US" dirty="0"/>
          </a:p>
        </p:txBody>
      </p:sp>
      <p:sp>
        <p:nvSpPr>
          <p:cNvPr id="46" name="笑臉 45">
            <a:extLst>
              <a:ext uri="{FF2B5EF4-FFF2-40B4-BE49-F238E27FC236}">
                <a16:creationId xmlns:a16="http://schemas.microsoft.com/office/drawing/2014/main" id="{6AFFE9B0-F917-6D15-E4D3-7E89A5437982}"/>
              </a:ext>
            </a:extLst>
          </p:cNvPr>
          <p:cNvSpPr/>
          <p:nvPr/>
        </p:nvSpPr>
        <p:spPr>
          <a:xfrm>
            <a:off x="10115044" y="7289795"/>
            <a:ext cx="1003413" cy="944071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0D31CA05-D77A-5069-96AE-BEF6EC7F2565}"/>
              </a:ext>
            </a:extLst>
          </p:cNvPr>
          <p:cNvCxnSpPr/>
          <p:nvPr/>
        </p:nvCxnSpPr>
        <p:spPr>
          <a:xfrm flipH="1" flipV="1">
            <a:off x="8161559" y="7823167"/>
            <a:ext cx="1867574" cy="1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153E827-EE51-8ED1-4240-95966AA8CD73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5313024" y="7782123"/>
            <a:ext cx="1369107" cy="413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095611FA-A108-CB3F-75CA-4AB3A302C94F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5465424" y="7782123"/>
            <a:ext cx="1216707" cy="56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7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7284A"/>
              </a:gs>
              <a:gs pos="62000">
                <a:srgbClr val="0C1526"/>
              </a:gs>
              <a:gs pos="100000">
                <a:srgbClr val="0C1526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143000" y="3414713"/>
            <a:ext cx="1760220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250"/>
              <a:buFont typeface="Courier New"/>
              <a:buNone/>
            </a:pPr>
            <a:r>
              <a:rPr lang="en-US" sz="11250" b="1" i="0" u="none" strike="noStrike" cap="none" dirty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143000" y="5033963"/>
            <a:ext cx="176022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0"/>
              <a:buFont typeface="Arial"/>
              <a:buNone/>
            </a:pPr>
            <a:r>
              <a:rPr lang="en-US" sz="6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主線 11 題</a:t>
            </a:r>
            <a:endParaRPr sz="6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143000" y="6443663"/>
            <a:ext cx="176022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P0-1 ～ P5 · Tier 0 → 5 · 每題：情境 · 交付物 · 核心檢核點（必過）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P0-1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193107" y="609600"/>
            <a:ext cx="337334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dirty="0">
                <a:solidFill>
                  <a:srgbClr val="141D2B"/>
                </a:solidFill>
              </a:rPr>
              <a:t>CS/</a:t>
            </a:r>
            <a:r>
              <a:rPr lang="en-US" sz="3750" b="1" dirty="0" err="1">
                <a:solidFill>
                  <a:srgbClr val="141D2B"/>
                </a:solidFill>
              </a:rPr>
              <a:t>RO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對戰伺服器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469335" y="871538"/>
            <a:ext cx="198024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025"/>
              <a:buFont typeface="Arial"/>
              <a:buNone/>
            </a:pPr>
            <a:r>
              <a:rPr lang="en-US" sz="2025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單組件經典架構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52500" y="1562100"/>
            <a:ext cx="7325841" cy="1897261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52500" y="3449836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52500" y="1562100"/>
            <a:ext cx="57150" cy="1897261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268816" y="1562100"/>
            <a:ext cx="9525" cy="1897261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314450" y="2252663"/>
            <a:ext cx="6849053" cy="9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近年一直下雨，公園的長輩沒辦法出門散步。你決定架一台 CS 對戰伺服器，讓大家改在室內一起連線對戰。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52500" y="3668911"/>
            <a:ext cx="7325841" cy="1397273"/>
          </a:xfrm>
          <a:prstGeom prst="roundRect">
            <a:avLst>
              <a:gd name="adj" fmla="val 10907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266825" y="3964186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266825" y="4359473"/>
            <a:ext cx="736691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可從外部客戶端連線對戰的遊戲伺服器 + 架構圖 + README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52500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085850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EC2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674614" y="8559180"/>
            <a:ext cx="1947193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807964" y="8625855"/>
            <a:ext cx="17566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Security Group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717057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850407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Elastic IP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279380" y="8559180"/>
            <a:ext cx="1106984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412730" y="8625855"/>
            <a:ext cx="91648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systemd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9326091" y="2171700"/>
            <a:ext cx="8505889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zh-TW" alt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以後公司會有預算，</a:t>
            </a:r>
            <a:r>
              <a:rPr lang="en-US" altLang="zh-TW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CTO</a:t>
            </a:r>
            <a:r>
              <a:rPr lang="zh-TW" alt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會問規格 </a:t>
            </a:r>
            <a:r>
              <a:rPr lang="en-US" altLang="zh-TW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單台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EC2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選型合理，講得出為何不用最小台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9326091" y="2743200"/>
            <a:ext cx="811530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zh-TW" altLang="en-US" sz="2100" dirty="0">
                <a:solidFill>
                  <a:srgbClr val="141D2B"/>
                </a:solidFill>
              </a:rPr>
              <a:t>公司需要 </a:t>
            </a:r>
            <a:r>
              <a:rPr lang="en-US" altLang="zh-TW" sz="2100" dirty="0">
                <a:solidFill>
                  <a:srgbClr val="141D2B"/>
                </a:solidFill>
              </a:rPr>
              <a:t>-&gt; 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SG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只開必要埠（以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UDP 27015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為主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），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非一鍵全開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326091" y="3314700"/>
            <a:ext cx="557403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從自己的遊戲客戶端「真的連得進去」對戰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326091" y="3886200"/>
            <a:ext cx="8280745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綁 Elastic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IP，重開機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IP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不變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028825" y="9254505"/>
            <a:ext cx="6407564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獨立開一台 EC2、設安全群組與固定 IP，讓外部使用者穩定連線。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0296525" y="9254505"/>
            <a:ext cx="5280660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這是所有雲端維運的地基，日後架任何服務都用得到。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AABFAA-2093-A2F1-5152-773103611C0D}"/>
              </a:ext>
            </a:extLst>
          </p:cNvPr>
          <p:cNvSpPr/>
          <p:nvPr/>
        </p:nvSpPr>
        <p:spPr>
          <a:xfrm>
            <a:off x="6336064" y="2945501"/>
            <a:ext cx="6036658" cy="5308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/>
              <a:t>vpc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689AB4-F05E-97FF-D4BF-CCF24ABC244E}"/>
              </a:ext>
            </a:extLst>
          </p:cNvPr>
          <p:cNvSpPr/>
          <p:nvPr/>
        </p:nvSpPr>
        <p:spPr>
          <a:xfrm>
            <a:off x="7342848" y="3818092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7011FE-CCFA-5FAE-3F91-BA04F8DDAA39}"/>
              </a:ext>
            </a:extLst>
          </p:cNvPr>
          <p:cNvSpPr/>
          <p:nvPr/>
        </p:nvSpPr>
        <p:spPr>
          <a:xfrm>
            <a:off x="8347946" y="4674500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</a:t>
            </a:r>
            <a:r>
              <a:rPr lang="zh-TW" altLang="en-US" dirty="0"/>
              <a:t>遊戲</a:t>
            </a:r>
          </a:p>
        </p:txBody>
      </p:sp>
    </p:spTree>
    <p:extLst>
      <p:ext uri="{BB962C8B-B14F-4D97-AF65-F5344CB8AC3E}">
        <p14:creationId xmlns:p14="http://schemas.microsoft.com/office/powerpoint/2010/main" val="3456405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P0-2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193107" y="609600"/>
            <a:ext cx="5869528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WordPress Web/DB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分離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738592" y="871538"/>
            <a:ext cx="198024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025"/>
              <a:buFont typeface="Arial"/>
              <a:buNone/>
            </a:pPr>
            <a:r>
              <a:rPr lang="en-US" sz="2025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多組件經典架構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952500" y="1562100"/>
            <a:ext cx="7325841" cy="1897261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952500" y="3449836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952500" y="1562100"/>
            <a:ext cx="57150" cy="1897261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8268816" y="1562100"/>
            <a:ext cx="9525" cy="1897261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314450" y="2252663"/>
            <a:ext cx="6849053" cy="9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公司要架一套 WordPress 官網，資安要求 Web 與資料庫必須放在不同網段，不能全部擠在同一台。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952500" y="3668911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266825" y="3964186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266825" y="4359473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公網可瀏覽的 WordPress + private 網段資料庫 + 架構圖 + README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52500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1085850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VPC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674614" y="8559180"/>
            <a:ext cx="986954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1807964" y="8625855"/>
            <a:ext cx="79645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Subnet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756818" y="8559180"/>
            <a:ext cx="1347043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2890168" y="8625855"/>
            <a:ext cx="115654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RDS/MySQL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199111" y="8559180"/>
            <a:ext cx="1587103" cy="361950"/>
          </a:xfrm>
          <a:prstGeom prst="roundRect">
            <a:avLst>
              <a:gd name="adj" fmla="val 2105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4332461" y="8625855"/>
            <a:ext cx="139660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NAT Gateway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735541" y="2152650"/>
            <a:ext cx="381000" cy="3810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8697441" y="21526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9287991" y="2152650"/>
            <a:ext cx="4544861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VPC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切出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public / private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兩個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subnet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735541" y="2667000"/>
            <a:ext cx="381000" cy="3810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8697441" y="266700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9287991" y="2667000"/>
            <a:ext cx="425419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 在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public，外部瀏覽得到網站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8735541" y="3181350"/>
            <a:ext cx="381000" cy="3810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8697441" y="31813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9287991" y="3181350"/>
            <a:ext cx="6478778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DB 在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private，外網連不到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1" i="0" u="none" strike="noStrike" cap="none" dirty="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2025" b="1" i="0" u="none" strike="noStrike" cap="none" dirty="0" err="1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最能驗證真的懂分離</a:t>
            </a:r>
            <a:r>
              <a:rPr lang="en-US" sz="2025" b="1" i="0" u="none" strike="noStrike" cap="none" dirty="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8735541" y="3695700"/>
            <a:ext cx="381000" cy="3810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8697441" y="369570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9287991" y="3695700"/>
            <a:ext cx="5075285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SG 串接：只允許 Web 的 SG 連 DB:3306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8735541" y="4210050"/>
            <a:ext cx="381000" cy="3810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8697441" y="42100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9287991" y="4210050"/>
            <a:ext cx="5241779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發一篇文章、重整後仍在（確認寫入 DB）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2028825" y="9254505"/>
            <a:ext cx="6247373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 VPC 切公私網段，把應用與資料庫分層部署並串好安全群組。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0296525" y="9254505"/>
            <a:ext cx="6330375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「Web 對外、DB 藏起來」是企業系統與資安稽核的第一道底線。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5AA6-595A-F45E-BF5D-C7796260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53B19C-9E42-4FB4-ECBD-FBC6E63A4303}"/>
              </a:ext>
            </a:extLst>
          </p:cNvPr>
          <p:cNvSpPr/>
          <p:nvPr/>
        </p:nvSpPr>
        <p:spPr>
          <a:xfrm>
            <a:off x="4361608" y="1409094"/>
            <a:ext cx="9119724" cy="4635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/>
              <a:t>vpc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28F2C-E755-0C17-ABFE-732EBB62188A}"/>
              </a:ext>
            </a:extLst>
          </p:cNvPr>
          <p:cNvSpPr/>
          <p:nvPr/>
        </p:nvSpPr>
        <p:spPr>
          <a:xfrm>
            <a:off x="5368392" y="2321066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1A3A04-25C6-2AB6-0484-15FE1AF670B6}"/>
              </a:ext>
            </a:extLst>
          </p:cNvPr>
          <p:cNvSpPr/>
          <p:nvPr/>
        </p:nvSpPr>
        <p:spPr>
          <a:xfrm>
            <a:off x="6373490" y="3177474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Web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3F4C75-7D69-0F07-A50F-50A8972CA30B}"/>
              </a:ext>
            </a:extLst>
          </p:cNvPr>
          <p:cNvSpPr/>
          <p:nvPr/>
        </p:nvSpPr>
        <p:spPr>
          <a:xfrm>
            <a:off x="9518258" y="2384453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F2D0D0-E1D9-F744-FD4F-2E93A41A645C}"/>
              </a:ext>
            </a:extLst>
          </p:cNvPr>
          <p:cNvSpPr/>
          <p:nvPr/>
        </p:nvSpPr>
        <p:spPr>
          <a:xfrm>
            <a:off x="10523356" y="3240861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</a:t>
            </a:r>
            <a:r>
              <a:rPr lang="zh-TW" altLang="en-US" dirty="0"/>
              <a:t>資料庫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C52F9219-0B68-7D69-C06A-D7434FC30924}"/>
                  </a:ext>
                </a:extLst>
              </p14:cNvPr>
              <p14:cNvContentPartPr/>
              <p14:nvPr/>
            </p14:nvContentPartPr>
            <p14:xfrm>
              <a:off x="8099825" y="7509023"/>
              <a:ext cx="36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C52F9219-0B68-7D69-C06A-D7434FC309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3705" y="750290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FF8638FE-B852-83BA-2B1F-81C2C7169732}"/>
                  </a:ext>
                </a:extLst>
              </p14:cNvPr>
              <p14:cNvContentPartPr/>
              <p14:nvPr/>
            </p14:nvContentPartPr>
            <p14:xfrm>
              <a:off x="10917905" y="4401863"/>
              <a:ext cx="532440" cy="231588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FF8638FE-B852-83BA-2B1F-81C2C71697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11785" y="4395743"/>
                <a:ext cx="544680" cy="23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D1522BD6-3F15-C5E6-00BC-EC59DD5A6ECC}"/>
                  </a:ext>
                </a:extLst>
              </p14:cNvPr>
              <p14:cNvContentPartPr/>
              <p14:nvPr/>
            </p14:nvContentPartPr>
            <p14:xfrm>
              <a:off x="10770665" y="6418223"/>
              <a:ext cx="687600" cy="52992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D1522BD6-3F15-C5E6-00BC-EC59DD5A6E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64545" y="6412103"/>
                <a:ext cx="699840" cy="5421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F6E7AD-2FA1-93E9-4A90-C5F6EFBA26D7}"/>
              </a:ext>
            </a:extLst>
          </p:cNvPr>
          <p:cNvSpPr txBox="1"/>
          <p:nvPr/>
        </p:nvSpPr>
        <p:spPr>
          <a:xfrm>
            <a:off x="10187817" y="6948143"/>
            <a:ext cx="70479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加分項</a:t>
            </a:r>
            <a:endParaRPr lang="en-US" altLang="zh-TW" sz="2800" dirty="0"/>
          </a:p>
          <a:p>
            <a:r>
              <a:rPr lang="zh-TW" altLang="en-US" sz="2800" dirty="0"/>
              <a:t>    資料庫的備份</a:t>
            </a:r>
            <a:r>
              <a:rPr lang="en-US" altLang="zh-TW" sz="2800" dirty="0"/>
              <a:t>(</a:t>
            </a:r>
            <a:r>
              <a:rPr lang="zh-TW" altLang="en-US" sz="2800" dirty="0"/>
              <a:t>自建</a:t>
            </a:r>
            <a:r>
              <a:rPr lang="en-US" altLang="zh-TW" sz="2800" dirty="0"/>
              <a:t>DB) -&gt;</a:t>
            </a:r>
            <a:r>
              <a:rPr lang="zh-TW" altLang="en-US" sz="2800" dirty="0"/>
              <a:t> </a:t>
            </a:r>
            <a:r>
              <a:rPr lang="en-US" altLang="zh-TW" sz="2800" dirty="0"/>
              <a:t>RDS</a:t>
            </a:r>
            <a:r>
              <a:rPr lang="zh-TW" altLang="en-US" sz="2800" dirty="0"/>
              <a:t> </a:t>
            </a:r>
            <a:r>
              <a:rPr lang="en-US" altLang="zh-TW" sz="2800" dirty="0"/>
              <a:t>=&gt;</a:t>
            </a:r>
            <a:r>
              <a:rPr lang="zh-TW" altLang="en-US" sz="2800" dirty="0"/>
              <a:t> 應該知道他的差異化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66B6DFB-C2E1-A318-94BE-20B8B1A0F489}"/>
              </a:ext>
            </a:extLst>
          </p:cNvPr>
          <p:cNvSpPr txBox="1"/>
          <p:nvPr/>
        </p:nvSpPr>
        <p:spPr>
          <a:xfrm>
            <a:off x="352004" y="6418223"/>
            <a:ext cx="70479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吃飽太空 作業做完 的自我挑戰</a:t>
            </a:r>
            <a:endParaRPr lang="en-US" altLang="zh-TW" sz="2800" dirty="0"/>
          </a:p>
          <a:p>
            <a:r>
              <a:rPr lang="zh-TW" altLang="en-US" sz="2800" dirty="0"/>
              <a:t>情境 公司網站太多人訪問了，一台</a:t>
            </a:r>
            <a:r>
              <a:rPr lang="en-US" altLang="zh-TW" sz="2800" dirty="0"/>
              <a:t>Web</a:t>
            </a:r>
          </a:p>
          <a:p>
            <a:r>
              <a:rPr lang="zh-TW" altLang="en-US" sz="2800" dirty="0"/>
              <a:t>多組件經典架構，必須演化成高併發架構</a:t>
            </a:r>
            <a:endParaRPr lang="en-US" altLang="zh-TW" sz="2800" dirty="0"/>
          </a:p>
          <a:p>
            <a:r>
              <a:rPr lang="en-US" altLang="zh-TW" sz="2800" dirty="0"/>
              <a:t>Elastic load balancing</a:t>
            </a:r>
          </a:p>
          <a:p>
            <a:r>
              <a:rPr lang="en-US" altLang="zh-TW" sz="2800" dirty="0"/>
              <a:t>Auto scaling</a:t>
            </a:r>
          </a:p>
          <a:p>
            <a:r>
              <a:rPr lang="zh-TW" altLang="en-US" sz="2800" dirty="0"/>
              <a:t>去多開機器解決高併發流量問題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316222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P1-1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193107" y="609600"/>
            <a:ext cx="822565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CS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伺服器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維運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952500" y="1562100"/>
            <a:ext cx="7325841" cy="2352973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952500" y="3905548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952500" y="1562100"/>
            <a:ext cx="57150" cy="2352973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8268816" y="1562100"/>
            <a:ext cx="9525" cy="2352973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314450" y="2252663"/>
            <a:ext cx="6849053" cy="14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遊戲伺服器偶爾會掛，但你不想半夜爬起來看 log。做一支 LangChain Agent 幫你讀狀態、判讀、給處置建議。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952500" y="4124623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266825" y="4419898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1266825" y="4815185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P0-1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的成果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一支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維運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Agent（AIOps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）·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路線</a:t>
            </a:r>
            <a:r>
              <a:rPr lang="en-US" sz="2025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A／B </a:t>
            </a:r>
            <a:r>
              <a:rPr lang="en-US" sz="2025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皆可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952500" y="8559180"/>
            <a:ext cx="134704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1085850" y="8625855"/>
            <a:ext cx="115654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2394793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2528143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Agentic AI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3957117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4090467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EC2/Lambda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519440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652790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CloudWatch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9326091" y="2171700"/>
            <a:ext cx="655474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能讀取伺服器狀態／日誌（或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CloudWatch）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9326091" y="2743200"/>
            <a:ext cx="7292422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故意弄掛服務，Agent 白話講出「哪裡掛了 + 建議動作」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9326091" y="3314700"/>
            <a:ext cx="4610018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完整示範一次：偵測 → 判讀 → 處置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9326091" y="3886200"/>
            <a:ext cx="591815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本身也跑在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AWS 上（EC2 或 Lambda）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2028825" y="9254505"/>
            <a:ext cx="6180006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做出會讀 log、判讀故障、給處置建議的 AI 維運助手（AIOps）。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0296525" y="9254505"/>
            <a:ext cx="638079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把值班最花時間的「哪裡掛了」自動化，大幅降低故障排除時間。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8A95-B731-647A-1F91-212D2FFE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F96AE5-B700-28AA-22AA-9A3AF21A26EC}"/>
              </a:ext>
            </a:extLst>
          </p:cNvPr>
          <p:cNvSpPr/>
          <p:nvPr/>
        </p:nvSpPr>
        <p:spPr>
          <a:xfrm>
            <a:off x="4086478" y="2489312"/>
            <a:ext cx="6036658" cy="5308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/>
              <a:t>vpc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6A0888-A4F6-EC98-0BD4-70BB42A4888A}"/>
              </a:ext>
            </a:extLst>
          </p:cNvPr>
          <p:cNvSpPr/>
          <p:nvPr/>
        </p:nvSpPr>
        <p:spPr>
          <a:xfrm>
            <a:off x="5093262" y="3361903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2B03C3-B1C0-DD7A-9378-90505699F41A}"/>
              </a:ext>
            </a:extLst>
          </p:cNvPr>
          <p:cNvSpPr/>
          <p:nvPr/>
        </p:nvSpPr>
        <p:spPr>
          <a:xfrm>
            <a:off x="6098360" y="4218311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</a:t>
            </a:r>
            <a:r>
              <a:rPr lang="zh-TW" altLang="en-US" dirty="0"/>
              <a:t>遊戲</a:t>
            </a:r>
          </a:p>
        </p:txBody>
      </p:sp>
      <p:sp>
        <p:nvSpPr>
          <p:cNvPr id="3" name="笑臉 2">
            <a:extLst>
              <a:ext uri="{FF2B5EF4-FFF2-40B4-BE49-F238E27FC236}">
                <a16:creationId xmlns:a16="http://schemas.microsoft.com/office/drawing/2014/main" id="{20653122-57B9-01F7-8F4A-40EFA25082D8}"/>
              </a:ext>
            </a:extLst>
          </p:cNvPr>
          <p:cNvSpPr/>
          <p:nvPr/>
        </p:nvSpPr>
        <p:spPr>
          <a:xfrm>
            <a:off x="1043873" y="4126938"/>
            <a:ext cx="1472750" cy="147275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73C716A-2EAE-E619-91DC-93602671E610}"/>
              </a:ext>
            </a:extLst>
          </p:cNvPr>
          <p:cNvCxnSpPr>
            <a:stCxn id="3" idx="6"/>
          </p:cNvCxnSpPr>
          <p:nvPr/>
        </p:nvCxnSpPr>
        <p:spPr>
          <a:xfrm>
            <a:off x="2516623" y="4863313"/>
            <a:ext cx="3681876" cy="48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FE63D8B3-54A9-6396-1B4F-90140507E2E0}"/>
              </a:ext>
            </a:extLst>
          </p:cNvPr>
          <p:cNvCxnSpPr>
            <a:cxnSpLocks/>
          </p:cNvCxnSpPr>
          <p:nvPr/>
        </p:nvCxnSpPr>
        <p:spPr>
          <a:xfrm>
            <a:off x="6813494" y="5831323"/>
            <a:ext cx="736375" cy="42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E68201D-2D28-9E6B-A134-A5755DD52358}"/>
              </a:ext>
            </a:extLst>
          </p:cNvPr>
          <p:cNvSpPr/>
          <p:nvPr/>
        </p:nvSpPr>
        <p:spPr>
          <a:xfrm>
            <a:off x="7776446" y="5798955"/>
            <a:ext cx="679731" cy="66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log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DA5884C-F7CD-D038-0AB4-20F712A5AF40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8553281" y="6182315"/>
            <a:ext cx="3163986" cy="679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F14C755-3C02-BAD1-DB82-85ABF31BF080}"/>
              </a:ext>
            </a:extLst>
          </p:cNvPr>
          <p:cNvSpPr/>
          <p:nvPr/>
        </p:nvSpPr>
        <p:spPr>
          <a:xfrm>
            <a:off x="11717267" y="6182315"/>
            <a:ext cx="3641416" cy="1359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AWS</a:t>
            </a:r>
            <a:endParaRPr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BA0BBD3D-8E4C-3AF2-83F5-95557A371BEA}"/>
              </a:ext>
            </a:extLst>
          </p:cNvPr>
          <p:cNvSpPr/>
          <p:nvPr/>
        </p:nvSpPr>
        <p:spPr>
          <a:xfrm>
            <a:off x="13157650" y="3957005"/>
            <a:ext cx="1464658" cy="14322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</a:t>
            </a:r>
            <a:endParaRPr lang="zh-TW" altLang="en-US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1ACEAAD-9481-F85D-802C-54CC80AECFBF}"/>
              </a:ext>
            </a:extLst>
          </p:cNvPr>
          <p:cNvCxnSpPr>
            <a:stCxn id="16" idx="0"/>
            <a:endCxn id="18" idx="4"/>
          </p:cNvCxnSpPr>
          <p:nvPr/>
        </p:nvCxnSpPr>
        <p:spPr>
          <a:xfrm flipV="1">
            <a:off x="13537975" y="5389296"/>
            <a:ext cx="352004" cy="793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7ABAD12-7B15-76EB-412C-E89F1BA11588}"/>
              </a:ext>
            </a:extLst>
          </p:cNvPr>
          <p:cNvCxnSpPr>
            <a:stCxn id="18" idx="0"/>
          </p:cNvCxnSpPr>
          <p:nvPr/>
        </p:nvCxnSpPr>
        <p:spPr>
          <a:xfrm flipV="1">
            <a:off x="13889979" y="2581359"/>
            <a:ext cx="1468704" cy="137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笑臉 22">
            <a:extLst>
              <a:ext uri="{FF2B5EF4-FFF2-40B4-BE49-F238E27FC236}">
                <a16:creationId xmlns:a16="http://schemas.microsoft.com/office/drawing/2014/main" id="{BB5C13FC-7BB4-2E2A-1B30-E5399E0C5589}"/>
              </a:ext>
            </a:extLst>
          </p:cNvPr>
          <p:cNvSpPr/>
          <p:nvPr/>
        </p:nvSpPr>
        <p:spPr>
          <a:xfrm>
            <a:off x="15293947" y="1327094"/>
            <a:ext cx="2330506" cy="1844984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DC40355-4778-BF35-030D-DC28C167E98E}"/>
              </a:ext>
            </a:extLst>
          </p:cNvPr>
          <p:cNvSpPr txBox="1"/>
          <p:nvPr/>
        </p:nvSpPr>
        <p:spPr>
          <a:xfrm>
            <a:off x="13889979" y="33619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寄信</a:t>
            </a: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AB3C7658-73E3-037D-1E1A-DAE27EB303A9}"/>
              </a:ext>
            </a:extLst>
          </p:cNvPr>
          <p:cNvGrpSpPr/>
          <p:nvPr/>
        </p:nvGrpSpPr>
        <p:grpSpPr>
          <a:xfrm>
            <a:off x="8679425" y="5496263"/>
            <a:ext cx="2761920" cy="4165920"/>
            <a:chOff x="8679425" y="5496263"/>
            <a:chExt cx="2761920" cy="41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71ABEEF7-FCDB-8D40-AA86-933D96A06263}"/>
                    </a:ext>
                  </a:extLst>
                </p14:cNvPr>
                <p14:cNvContentPartPr/>
                <p14:nvPr/>
              </p14:nvContentPartPr>
              <p14:xfrm>
                <a:off x="8679425" y="5496263"/>
                <a:ext cx="2761920" cy="176436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71ABEEF7-FCDB-8D40-AA86-933D96A0626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61425" y="5478263"/>
                  <a:ext cx="2797560" cy="18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ABC9573-7338-80FF-3BB3-F73222F4D608}"/>
                    </a:ext>
                  </a:extLst>
                </p14:cNvPr>
                <p14:cNvContentPartPr/>
                <p14:nvPr/>
              </p14:nvContentPartPr>
              <p14:xfrm>
                <a:off x="10036265" y="7177463"/>
                <a:ext cx="282240" cy="133884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ABC9573-7338-80FF-3BB3-F73222F4D60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18265" y="7159823"/>
                  <a:ext cx="317880" cy="13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04668331-7A32-F50E-A2AF-DDB1EA8656FD}"/>
                    </a:ext>
                  </a:extLst>
                </p14:cNvPr>
                <p14:cNvContentPartPr/>
                <p14:nvPr/>
              </p14:nvContentPartPr>
              <p14:xfrm>
                <a:off x="9847985" y="8318303"/>
                <a:ext cx="557280" cy="5126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04668331-7A32-F50E-A2AF-DDB1EA8656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30345" y="8300663"/>
                  <a:ext cx="59292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B806E65B-5651-EBC7-5D31-0ABB76E6429C}"/>
                    </a:ext>
                  </a:extLst>
                </p14:cNvPr>
                <p14:cNvContentPartPr/>
                <p14:nvPr/>
              </p14:nvContentPartPr>
              <p14:xfrm>
                <a:off x="8925665" y="8804303"/>
                <a:ext cx="653040" cy="6606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B806E65B-5651-EBC7-5D31-0ABB76E642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07665" y="8786663"/>
                  <a:ext cx="68868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0ED16B6C-6B76-E7C0-133D-B5B071E1E92D}"/>
                    </a:ext>
                  </a:extLst>
                </p14:cNvPr>
                <p14:cNvContentPartPr/>
                <p14:nvPr/>
              </p14:nvContentPartPr>
              <p14:xfrm>
                <a:off x="9354425" y="9661823"/>
                <a:ext cx="360" cy="36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0ED16B6C-6B76-E7C0-133D-B5B071E1E9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36425" y="96438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2" name="筆跡 31">
                <a:extLst>
                  <a:ext uri="{FF2B5EF4-FFF2-40B4-BE49-F238E27FC236}">
                    <a16:creationId xmlns:a16="http://schemas.microsoft.com/office/drawing/2014/main" id="{07EB5751-6B89-C316-8945-247F6E842202}"/>
                  </a:ext>
                </a:extLst>
              </p14:cNvPr>
              <p14:cNvContentPartPr/>
              <p14:nvPr/>
            </p14:nvContentPartPr>
            <p14:xfrm>
              <a:off x="12267905" y="6640703"/>
              <a:ext cx="1788480" cy="1060560"/>
            </p14:xfrm>
          </p:contentPart>
        </mc:Choice>
        <mc:Fallback>
          <p:pic>
            <p:nvPicPr>
              <p:cNvPr id="32" name="筆跡 31">
                <a:extLst>
                  <a:ext uri="{FF2B5EF4-FFF2-40B4-BE49-F238E27FC236}">
                    <a16:creationId xmlns:a16="http://schemas.microsoft.com/office/drawing/2014/main" id="{07EB5751-6B89-C316-8945-247F6E84220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50265" y="6623063"/>
                <a:ext cx="1824120" cy="10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6E7E70AC-A5F8-BC8E-5EA2-16D02987FD09}"/>
                  </a:ext>
                </a:extLst>
              </p14:cNvPr>
              <p14:cNvContentPartPr/>
              <p14:nvPr/>
            </p14:nvContentPartPr>
            <p14:xfrm>
              <a:off x="13149185" y="7590023"/>
              <a:ext cx="203040" cy="736920"/>
            </p14:xfrm>
          </p:contentPart>
        </mc:Choice>
        <mc:Fallback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6E7E70AC-A5F8-BC8E-5EA2-16D02987FD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131185" y="7572023"/>
                <a:ext cx="238680" cy="7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2FDF4EF9-4CF4-EC23-C997-D16EB13343AC}"/>
                  </a:ext>
                </a:extLst>
              </p14:cNvPr>
              <p14:cNvContentPartPr/>
              <p14:nvPr/>
            </p14:nvContentPartPr>
            <p14:xfrm>
              <a:off x="13149185" y="8259623"/>
              <a:ext cx="269280" cy="235080"/>
            </p14:xfrm>
          </p:contentPart>
        </mc:Choice>
        <mc:Fallback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2FDF4EF9-4CF4-EC23-C997-D16EB13343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131545" y="8241983"/>
                <a:ext cx="3049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BFD15A52-DA08-D5ED-1B99-E7DE5C9ACCA1}"/>
                  </a:ext>
                </a:extLst>
              </p14:cNvPr>
              <p14:cNvContentPartPr/>
              <p14:nvPr/>
            </p14:nvContentPartPr>
            <p14:xfrm>
              <a:off x="13643465" y="8375183"/>
              <a:ext cx="831600" cy="1118880"/>
            </p14:xfrm>
          </p:contentPart>
        </mc:Choice>
        <mc:Fallback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BFD15A52-DA08-D5ED-1B99-E7DE5C9ACC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625825" y="8357543"/>
                <a:ext cx="867240" cy="11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8" name="筆跡 37">
                <a:extLst>
                  <a:ext uri="{FF2B5EF4-FFF2-40B4-BE49-F238E27FC236}">
                    <a16:creationId xmlns:a16="http://schemas.microsoft.com/office/drawing/2014/main" id="{F75E5674-DF6C-17C4-4AEC-860DEA4CC186}"/>
                  </a:ext>
                </a:extLst>
              </p14:cNvPr>
              <p14:cNvContentPartPr/>
              <p14:nvPr/>
            </p14:nvContentPartPr>
            <p14:xfrm>
              <a:off x="14813825" y="8601623"/>
              <a:ext cx="57240" cy="623520"/>
            </p14:xfrm>
          </p:contentPart>
        </mc:Choice>
        <mc:Fallback>
          <p:pic>
            <p:nvPicPr>
              <p:cNvPr id="38" name="筆跡 37">
                <a:extLst>
                  <a:ext uri="{FF2B5EF4-FFF2-40B4-BE49-F238E27FC236}">
                    <a16:creationId xmlns:a16="http://schemas.microsoft.com/office/drawing/2014/main" id="{F75E5674-DF6C-17C4-4AEC-860DEA4CC1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795825" y="8583623"/>
                <a:ext cx="92880" cy="65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群組 40">
            <a:extLst>
              <a:ext uri="{FF2B5EF4-FFF2-40B4-BE49-F238E27FC236}">
                <a16:creationId xmlns:a16="http://schemas.microsoft.com/office/drawing/2014/main" id="{6AA13822-95DA-6927-D80A-A1A47022F91C}"/>
              </a:ext>
            </a:extLst>
          </p:cNvPr>
          <p:cNvGrpSpPr/>
          <p:nvPr/>
        </p:nvGrpSpPr>
        <p:grpSpPr>
          <a:xfrm>
            <a:off x="14796545" y="8365823"/>
            <a:ext cx="774720" cy="795240"/>
            <a:chOff x="14796545" y="8365823"/>
            <a:chExt cx="774720" cy="7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45D32CF0-93AE-4B13-33C8-B81D2A85C319}"/>
                    </a:ext>
                  </a:extLst>
                </p14:cNvPr>
                <p14:cNvContentPartPr/>
                <p14:nvPr/>
              </p14:nvContentPartPr>
              <p14:xfrm>
                <a:off x="14945945" y="8375183"/>
                <a:ext cx="360" cy="36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45D32CF0-93AE-4B13-33C8-B81D2A85C31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927945" y="8357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9A124049-F19E-00CF-EC59-2D30F1E9F06E}"/>
                    </a:ext>
                  </a:extLst>
                </p14:cNvPr>
                <p14:cNvContentPartPr/>
                <p14:nvPr/>
              </p14:nvContentPartPr>
              <p14:xfrm>
                <a:off x="14796545" y="8365823"/>
                <a:ext cx="774720" cy="79524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9A124049-F19E-00CF-EC59-2D30F1E9F0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778545" y="8347823"/>
                  <a:ext cx="810360" cy="83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" name="筆跡 42">
                <a:extLst>
                  <a:ext uri="{FF2B5EF4-FFF2-40B4-BE49-F238E27FC236}">
                    <a16:creationId xmlns:a16="http://schemas.microsoft.com/office/drawing/2014/main" id="{097772E5-D9BB-6DFE-B654-2A7A5E91EBE2}"/>
                  </a:ext>
                </a:extLst>
              </p14:cNvPr>
              <p14:cNvContentPartPr/>
              <p14:nvPr/>
            </p14:nvContentPartPr>
            <p14:xfrm>
              <a:off x="12814025" y="4482503"/>
              <a:ext cx="1462320" cy="1462320"/>
            </p14:xfrm>
          </p:contentPart>
        </mc:Choice>
        <mc:Fallback>
          <p:pic>
            <p:nvPicPr>
              <p:cNvPr id="43" name="筆跡 42">
                <a:extLst>
                  <a:ext uri="{FF2B5EF4-FFF2-40B4-BE49-F238E27FC236}">
                    <a16:creationId xmlns:a16="http://schemas.microsoft.com/office/drawing/2014/main" id="{097772E5-D9BB-6DFE-B654-2A7A5E91EBE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796025" y="4464503"/>
                <a:ext cx="1497960" cy="14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5" name="筆跡 44">
                <a:extLst>
                  <a:ext uri="{FF2B5EF4-FFF2-40B4-BE49-F238E27FC236}">
                    <a16:creationId xmlns:a16="http://schemas.microsoft.com/office/drawing/2014/main" id="{5268893D-5C27-086C-8E21-370AE0E5D383}"/>
                  </a:ext>
                </a:extLst>
              </p14:cNvPr>
              <p14:cNvContentPartPr/>
              <p14:nvPr/>
            </p14:nvContentPartPr>
            <p14:xfrm>
              <a:off x="14241785" y="5260103"/>
              <a:ext cx="1076400" cy="113400"/>
            </p14:xfrm>
          </p:contentPart>
        </mc:Choice>
        <mc:Fallback>
          <p:pic>
            <p:nvPicPr>
              <p:cNvPr id="45" name="筆跡 44">
                <a:extLst>
                  <a:ext uri="{FF2B5EF4-FFF2-40B4-BE49-F238E27FC236}">
                    <a16:creationId xmlns:a16="http://schemas.microsoft.com/office/drawing/2014/main" id="{5268893D-5C27-086C-8E21-370AE0E5D3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223785" y="5242103"/>
                <a:ext cx="111204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08F8C5D2-CE3F-48CD-49FF-CD52FDE4CE6D}"/>
              </a:ext>
            </a:extLst>
          </p:cNvPr>
          <p:cNvGrpSpPr/>
          <p:nvPr/>
        </p:nvGrpSpPr>
        <p:grpSpPr>
          <a:xfrm>
            <a:off x="15196865" y="4484303"/>
            <a:ext cx="709920" cy="870480"/>
            <a:chOff x="15196865" y="4484303"/>
            <a:chExt cx="709920" cy="87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83A12CB3-E2CD-EC26-14AF-3C89BB0FBADC}"/>
                    </a:ext>
                  </a:extLst>
                </p14:cNvPr>
                <p14:cNvContentPartPr/>
                <p14:nvPr/>
              </p14:nvContentPartPr>
              <p14:xfrm>
                <a:off x="15196865" y="5145983"/>
                <a:ext cx="154440" cy="7272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83A12CB3-E2CD-EC26-14AF-3C89BB0FBA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78865" y="5128343"/>
                  <a:ext cx="190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D9F2CFD8-028F-4CE3-6F2F-9A38AD1EA2B1}"/>
                    </a:ext>
                  </a:extLst>
                </p14:cNvPr>
                <p14:cNvContentPartPr/>
                <p14:nvPr/>
              </p14:nvContentPartPr>
              <p14:xfrm>
                <a:off x="15264185" y="5227343"/>
                <a:ext cx="94680" cy="127440"/>
              </p14:xfrm>
            </p:contentPart>
          </mc:Choice>
          <mc:Fallback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D9F2CFD8-028F-4CE3-6F2F-9A38AD1EA2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246545" y="5209703"/>
                  <a:ext cx="130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21D6756A-B959-A706-9E41-35CB7FABFCA9}"/>
                    </a:ext>
                  </a:extLst>
                </p14:cNvPr>
                <p14:cNvContentPartPr/>
                <p14:nvPr/>
              </p14:nvContentPartPr>
              <p14:xfrm>
                <a:off x="15585305" y="4484303"/>
                <a:ext cx="321480" cy="61416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21D6756A-B959-A706-9E41-35CB7FABFC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567305" y="4466663"/>
                  <a:ext cx="35712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E956DDF6-FA7A-B966-0156-53A3AD407A74}"/>
                    </a:ext>
                  </a:extLst>
                </p14:cNvPr>
                <p14:cNvContentPartPr/>
                <p14:nvPr/>
              </p14:nvContentPartPr>
              <p14:xfrm>
                <a:off x="15811385" y="5275943"/>
                <a:ext cx="360" cy="36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E956DDF6-FA7A-B966-0156-53A3AD407A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793745" y="52579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6948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P1-2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3193107" y="609600"/>
            <a:ext cx="8569858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WordPress +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維運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952500" y="1562100"/>
            <a:ext cx="7325841" cy="1897261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952500" y="3449836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952500" y="1562100"/>
            <a:ext cx="57150" cy="1897261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8268816" y="1562100"/>
            <a:ext cx="9525" cy="1897261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314450" y="2252663"/>
            <a:ext cx="6849053" cy="9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官網三不五時噴 500 或連不到資料庫。做一支 LangChain Agent，協助值班同仁快速定位問題。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952500" y="3668911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1266825" y="3964186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266825" y="4359473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P0-2 的成果 + 一支 LangChain 維運 Agent（AIOps）· 路線 A／B 皆可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952500" y="8559180"/>
            <a:ext cx="134704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1085850" y="8625855"/>
            <a:ext cx="115654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2394793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2528143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Agentic AI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3957117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4090467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EC2/Lambda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519440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5652790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CloudWatch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9326091" y="2171700"/>
            <a:ext cx="5435285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能讀取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Web／DB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的日誌或健康狀態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9326091" y="2743200"/>
            <a:ext cx="730159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重現「網站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500」或「DB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連不上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」，Agent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定位並給建議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9326091" y="3314700"/>
            <a:ext cx="4610018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完整示範一次：偵測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判讀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處置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9326091" y="3886200"/>
            <a:ext cx="591815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本身也跑在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AWS 上（EC2 或 Lambda）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2028825" y="9254505"/>
            <a:ext cx="5043770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讓 AI 定位網站 500／DB 連線問題並提出修復步驟。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10296525" y="9254505"/>
            <a:ext cx="550068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支援線第一時間就能自助排障，減少工程師被半夜叫醒。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26E5-F8CF-BAF6-E518-5DABFFA7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43D34F-17F6-FF56-603F-B410882330B9}"/>
              </a:ext>
            </a:extLst>
          </p:cNvPr>
          <p:cNvSpPr/>
          <p:nvPr/>
        </p:nvSpPr>
        <p:spPr>
          <a:xfrm>
            <a:off x="1594132" y="1255345"/>
            <a:ext cx="9119724" cy="4635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/>
              <a:t>vpc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08396-302D-B833-D507-4CF30F8BBDC5}"/>
              </a:ext>
            </a:extLst>
          </p:cNvPr>
          <p:cNvSpPr/>
          <p:nvPr/>
        </p:nvSpPr>
        <p:spPr>
          <a:xfrm>
            <a:off x="2600916" y="2167317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A2A391-E8A6-B92C-58E0-BD1026E122C8}"/>
              </a:ext>
            </a:extLst>
          </p:cNvPr>
          <p:cNvSpPr/>
          <p:nvPr/>
        </p:nvSpPr>
        <p:spPr>
          <a:xfrm>
            <a:off x="3606014" y="3023725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Web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B12192-9BF2-B6F4-D96F-F27F383C7DAB}"/>
              </a:ext>
            </a:extLst>
          </p:cNvPr>
          <p:cNvSpPr/>
          <p:nvPr/>
        </p:nvSpPr>
        <p:spPr>
          <a:xfrm>
            <a:off x="6750782" y="2230704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A03C3E-CB13-2617-4375-7454B399448A}"/>
              </a:ext>
            </a:extLst>
          </p:cNvPr>
          <p:cNvSpPr/>
          <p:nvPr/>
        </p:nvSpPr>
        <p:spPr>
          <a:xfrm>
            <a:off x="7755880" y="3087112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</a:t>
            </a:r>
            <a:r>
              <a:rPr lang="zh-TW" altLang="en-US" dirty="0"/>
              <a:t>資料庫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2BD6CA5-0212-EFC1-C3B5-EE18711460D0}"/>
                  </a:ext>
                </a:extLst>
              </p14:cNvPr>
              <p14:cNvContentPartPr/>
              <p14:nvPr/>
            </p14:nvContentPartPr>
            <p14:xfrm>
              <a:off x="8099825" y="7509023"/>
              <a:ext cx="36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2BD6CA5-0212-EFC1-C3B5-EE18711460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3705" y="750290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572066FD-49CB-C634-DF4E-803FFD4058E0}"/>
              </a:ext>
            </a:extLst>
          </p:cNvPr>
          <p:cNvSpPr/>
          <p:nvPr/>
        </p:nvSpPr>
        <p:spPr>
          <a:xfrm>
            <a:off x="11717267" y="6182315"/>
            <a:ext cx="3641416" cy="1359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AWS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255761B-5533-6DA5-B0AD-30F24BB3F3D9}"/>
              </a:ext>
            </a:extLst>
          </p:cNvPr>
          <p:cNvSpPr/>
          <p:nvPr/>
        </p:nvSpPr>
        <p:spPr>
          <a:xfrm>
            <a:off x="13157650" y="3957005"/>
            <a:ext cx="1464658" cy="14322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A3D7C01-CCDE-1B32-BC7F-B8314637AEF4}"/>
              </a:ext>
            </a:extLst>
          </p:cNvPr>
          <p:cNvCxnSpPr>
            <a:stCxn id="3" idx="0"/>
            <a:endCxn id="7" idx="4"/>
          </p:cNvCxnSpPr>
          <p:nvPr/>
        </p:nvCxnSpPr>
        <p:spPr>
          <a:xfrm flipV="1">
            <a:off x="13537975" y="5389296"/>
            <a:ext cx="352004" cy="793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A82B238-D169-71B7-1026-DB8184A11B63}"/>
              </a:ext>
            </a:extLst>
          </p:cNvPr>
          <p:cNvCxnSpPr>
            <a:stCxn id="7" idx="0"/>
          </p:cNvCxnSpPr>
          <p:nvPr/>
        </p:nvCxnSpPr>
        <p:spPr>
          <a:xfrm flipV="1">
            <a:off x="13889979" y="2581359"/>
            <a:ext cx="1468704" cy="137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笑臉 15">
            <a:extLst>
              <a:ext uri="{FF2B5EF4-FFF2-40B4-BE49-F238E27FC236}">
                <a16:creationId xmlns:a16="http://schemas.microsoft.com/office/drawing/2014/main" id="{6C891745-5D99-074B-40B8-6527247DDAEA}"/>
              </a:ext>
            </a:extLst>
          </p:cNvPr>
          <p:cNvSpPr/>
          <p:nvPr/>
        </p:nvSpPr>
        <p:spPr>
          <a:xfrm>
            <a:off x="15293947" y="1327094"/>
            <a:ext cx="2330506" cy="1844984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妳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8550AB3-0C95-6152-7D88-30B1644E4A91}"/>
              </a:ext>
            </a:extLst>
          </p:cNvPr>
          <p:cNvSpPr txBox="1"/>
          <p:nvPr/>
        </p:nvSpPr>
        <p:spPr>
          <a:xfrm>
            <a:off x="13889979" y="33619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寄信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筆跡 32">
                <a:extLst>
                  <a:ext uri="{FF2B5EF4-FFF2-40B4-BE49-F238E27FC236}">
                    <a16:creationId xmlns:a16="http://schemas.microsoft.com/office/drawing/2014/main" id="{50C49BAE-949E-C35E-8BE6-E22495C00569}"/>
                  </a:ext>
                </a:extLst>
              </p14:cNvPr>
              <p14:cNvContentPartPr/>
              <p14:nvPr/>
            </p14:nvContentPartPr>
            <p14:xfrm>
              <a:off x="12898625" y="4935743"/>
              <a:ext cx="1165680" cy="1789200"/>
            </p14:xfrm>
          </p:contentPart>
        </mc:Choice>
        <mc:Fallback>
          <p:pic>
            <p:nvPicPr>
              <p:cNvPr id="33" name="筆跡 32">
                <a:extLst>
                  <a:ext uri="{FF2B5EF4-FFF2-40B4-BE49-F238E27FC236}">
                    <a16:creationId xmlns:a16="http://schemas.microsoft.com/office/drawing/2014/main" id="{50C49BAE-949E-C35E-8BE6-E22495C005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80625" y="4917743"/>
                <a:ext cx="1201320" cy="18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98FF9DFF-5A1D-5B3E-B7D7-5328E91B7445}"/>
                  </a:ext>
                </a:extLst>
              </p14:cNvPr>
              <p14:cNvContentPartPr/>
              <p14:nvPr/>
            </p14:nvContentPartPr>
            <p14:xfrm>
              <a:off x="14306585" y="2346263"/>
              <a:ext cx="1594440" cy="2153160"/>
            </p14:xfrm>
          </p:contentPart>
        </mc:Choice>
        <mc:Fallback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98FF9DFF-5A1D-5B3E-B7D7-5328E91B74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88585" y="2328263"/>
                <a:ext cx="1630080" cy="21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2AA99917-E0B5-081B-AE4B-4F4A3CFFB7B8}"/>
                  </a:ext>
                </a:extLst>
              </p14:cNvPr>
              <p14:cNvContentPartPr/>
              <p14:nvPr/>
            </p14:nvContentPartPr>
            <p14:xfrm>
              <a:off x="13982945" y="3786983"/>
              <a:ext cx="360" cy="360"/>
            </p14:xfrm>
          </p:contentPart>
        </mc:Choice>
        <mc:Fallback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2AA99917-E0B5-081B-AE4B-4F4A3CFFB7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65305" y="376898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D6E1BB54-716C-C59F-C8F2-4EC02B6AAC7A}"/>
              </a:ext>
            </a:extLst>
          </p:cNvPr>
          <p:cNvGrpSpPr/>
          <p:nvPr/>
        </p:nvGrpSpPr>
        <p:grpSpPr>
          <a:xfrm>
            <a:off x="4887185" y="1889063"/>
            <a:ext cx="10625760" cy="5165280"/>
            <a:chOff x="4887185" y="1889063"/>
            <a:chExt cx="10625760" cy="516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EA706960-7A53-C4BA-33B3-E46209300E2F}"/>
                    </a:ext>
                  </a:extLst>
                </p14:cNvPr>
                <p14:cNvContentPartPr/>
                <p14:nvPr/>
              </p14:nvContentPartPr>
              <p14:xfrm>
                <a:off x="4887185" y="4474583"/>
                <a:ext cx="6619680" cy="257976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EA706960-7A53-C4BA-33B3-E46209300E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69545" y="4456583"/>
                  <a:ext cx="6655320" cy="26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EE3BA925-30D2-441B-5A8A-4162B3412262}"/>
                    </a:ext>
                  </a:extLst>
                </p14:cNvPr>
                <p14:cNvContentPartPr/>
                <p14:nvPr/>
              </p14:nvContentPartPr>
              <p14:xfrm>
                <a:off x="8763665" y="4215743"/>
                <a:ext cx="3562920" cy="23292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EE3BA925-30D2-441B-5A8A-4162B34122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45665" y="4198103"/>
                  <a:ext cx="3598560" cy="23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02979AC-E89D-59D4-13CB-C17F41B9C811}"/>
                    </a:ext>
                  </a:extLst>
                </p14:cNvPr>
                <p14:cNvContentPartPr/>
                <p14:nvPr/>
              </p14:nvContentPartPr>
              <p14:xfrm>
                <a:off x="11231825" y="6747983"/>
                <a:ext cx="977400" cy="21168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02979AC-E89D-59D4-13CB-C17F41B9C8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213825" y="6730343"/>
                  <a:ext cx="1013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04EF25B6-7522-3955-5A7A-A067036446DE}"/>
                    </a:ext>
                  </a:extLst>
                </p14:cNvPr>
                <p14:cNvContentPartPr/>
                <p14:nvPr/>
              </p14:nvContentPartPr>
              <p14:xfrm>
                <a:off x="13627625" y="2172023"/>
                <a:ext cx="1885320" cy="217980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04EF25B6-7522-3955-5A7A-A067036446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609625" y="2154023"/>
                  <a:ext cx="1920960" cy="22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6952A045-1698-A54F-4FB2-5A666849B20B}"/>
                    </a:ext>
                  </a:extLst>
                </p14:cNvPr>
                <p14:cNvContentPartPr/>
                <p14:nvPr/>
              </p14:nvContentPartPr>
              <p14:xfrm>
                <a:off x="5317025" y="1889063"/>
                <a:ext cx="8228880" cy="242424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6952A045-1698-A54F-4FB2-5A666849B20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99385" y="1871063"/>
                  <a:ext cx="8264520" cy="24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B94BE7D4-53DC-2815-D84E-6BFE5BCB9C3E}"/>
                    </a:ext>
                  </a:extLst>
                </p14:cNvPr>
                <p14:cNvContentPartPr/>
                <p14:nvPr/>
              </p14:nvContentPartPr>
              <p14:xfrm>
                <a:off x="5171225" y="3406463"/>
                <a:ext cx="388440" cy="42660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B94BE7D4-53DC-2815-D84E-6BFE5BCB9C3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53225" y="3388823"/>
                  <a:ext cx="424080" cy="462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02EA161-127C-5007-E05A-65FD8332B5FC}"/>
              </a:ext>
            </a:extLst>
          </p:cNvPr>
          <p:cNvSpPr txBox="1"/>
          <p:nvPr/>
        </p:nvSpPr>
        <p:spPr>
          <a:xfrm>
            <a:off x="10832759" y="1687138"/>
            <a:ext cx="4219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請</a:t>
            </a:r>
            <a:r>
              <a:rPr lang="en-US" altLang="zh-TW" sz="2400" dirty="0"/>
              <a:t>AI</a:t>
            </a:r>
            <a:r>
              <a:rPr lang="zh-TW" altLang="en-US" sz="2400" dirty="0"/>
              <a:t> 重新幫我們做事 重開</a:t>
            </a:r>
            <a:r>
              <a:rPr lang="en-US" altLang="zh-TW" sz="2400" dirty="0"/>
              <a:t>ec2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17225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P1-3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3193107" y="609600"/>
            <a:ext cx="455427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AWS SSM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遠端控制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7542907" y="871538"/>
            <a:ext cx="2083140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免 SSH 管理主機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952500" y="1562100"/>
            <a:ext cx="7325841" cy="2352973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952500" y="3905548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952500" y="1562100"/>
            <a:ext cx="57150" cy="2352973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8268816" y="1562100"/>
            <a:ext cx="9525" cy="2352973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1314450" y="2252663"/>
            <a:ext cx="6849053" cy="14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你不想在防火牆開 22 port、也不想架跳板機。改用 AWS Systems Manager 從瀏覽器直接管理 EC2，金鑰統一收好。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952500" y="4124623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1266825" y="4419898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1266825" y="4815185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 Session Manager 連進 EC2 的示範 + Run Command 批次操作 + 架構圖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952500" y="8559180"/>
            <a:ext cx="206722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1085850" y="8625855"/>
            <a:ext cx="187672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Systems Manager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3114973" y="8559180"/>
            <a:ext cx="206722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3248323" y="8625855"/>
            <a:ext cx="187672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Session Manager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5277445" y="8559180"/>
            <a:ext cx="206722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5410795" y="8625855"/>
            <a:ext cx="187672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Parameter Store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3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9326091" y="2171700"/>
            <a:ext cx="8445847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EC2 掛 SSM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角色，用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Session Manager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連進去，全程不開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22 port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9326091" y="2743200"/>
            <a:ext cx="6200224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 Run Command 對一台／多台 EC2 批次下指令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9326091" y="3314700"/>
            <a:ext cx="8163528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金鑰與設定放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Parameter Store 或 Secrets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Manager，程式不寫死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9326091" y="3886200"/>
            <a:ext cx="333397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全程不使用對外 SSH 金鑰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2028825" y="9254505"/>
            <a:ext cx="4873756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不開 SSH、不架跳板機，就能安全管理整批主機。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10296525" y="9254505"/>
            <a:ext cx="6365982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企業資安普遍要求「零對外 SSH」，SSM 是過稽核又好管的正解。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8541-5867-C0CA-0311-7DB6AE22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50F9CB-D635-F760-1710-AD5F5F45CAEE}"/>
              </a:ext>
            </a:extLst>
          </p:cNvPr>
          <p:cNvSpPr/>
          <p:nvPr/>
        </p:nvSpPr>
        <p:spPr>
          <a:xfrm>
            <a:off x="4361608" y="835261"/>
            <a:ext cx="9119724" cy="4635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err="1"/>
              <a:t>vpc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D9A1B0-EDFB-3635-C8F4-30E70DBD19C3}"/>
              </a:ext>
            </a:extLst>
          </p:cNvPr>
          <p:cNvSpPr/>
          <p:nvPr/>
        </p:nvSpPr>
        <p:spPr>
          <a:xfrm>
            <a:off x="5368392" y="1747233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8C2E53-912E-4DCC-CA1F-40CBADB50438}"/>
              </a:ext>
            </a:extLst>
          </p:cNvPr>
          <p:cNvSpPr/>
          <p:nvPr/>
        </p:nvSpPr>
        <p:spPr>
          <a:xfrm>
            <a:off x="6373490" y="2603641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Web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88F758-7119-9748-2FF8-3B58EEDBA2AC}"/>
              </a:ext>
            </a:extLst>
          </p:cNvPr>
          <p:cNvSpPr/>
          <p:nvPr/>
        </p:nvSpPr>
        <p:spPr>
          <a:xfrm>
            <a:off x="9518258" y="1810620"/>
            <a:ext cx="3602304" cy="32543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Subnet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504A4F-F09B-9C19-C9A6-C1FDF9FB585D}"/>
              </a:ext>
            </a:extLst>
          </p:cNvPr>
          <p:cNvSpPr/>
          <p:nvPr/>
        </p:nvSpPr>
        <p:spPr>
          <a:xfrm>
            <a:off x="10523356" y="2667028"/>
            <a:ext cx="1592108" cy="1580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/>
              <a:t>EC2 – </a:t>
            </a:r>
            <a:r>
              <a:rPr lang="zh-TW" altLang="en-US" dirty="0"/>
              <a:t>資料庫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4C913CD4-9A3B-5BBB-2DF8-D31A2D99C021}"/>
                  </a:ext>
                </a:extLst>
              </p14:cNvPr>
              <p14:cNvContentPartPr/>
              <p14:nvPr/>
            </p14:nvContentPartPr>
            <p14:xfrm>
              <a:off x="8099825" y="7509023"/>
              <a:ext cx="36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4C913CD4-9A3B-5BBB-2DF8-D31A2D99C0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3705" y="750290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笑臉 2">
            <a:extLst>
              <a:ext uri="{FF2B5EF4-FFF2-40B4-BE49-F238E27FC236}">
                <a16:creationId xmlns:a16="http://schemas.microsoft.com/office/drawing/2014/main" id="{7F1B992F-0192-8324-A83B-1CF24D54387E}"/>
              </a:ext>
            </a:extLst>
          </p:cNvPr>
          <p:cNvSpPr/>
          <p:nvPr/>
        </p:nvSpPr>
        <p:spPr>
          <a:xfrm>
            <a:off x="8503709" y="8658497"/>
            <a:ext cx="1698172" cy="162850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2F36B2-A251-07A0-9B48-E020F54E2DCF}"/>
              </a:ext>
            </a:extLst>
          </p:cNvPr>
          <p:cNvSpPr/>
          <p:nvPr/>
        </p:nvSpPr>
        <p:spPr>
          <a:xfrm>
            <a:off x="6452840" y="6901158"/>
            <a:ext cx="5799909" cy="1166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遠端集中管理虛擬機的解決方案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6C11CF7C-D253-A781-7EF8-7D67465D9039}"/>
                  </a:ext>
                </a:extLst>
              </p14:cNvPr>
              <p14:cNvContentPartPr/>
              <p14:nvPr/>
            </p14:nvContentPartPr>
            <p14:xfrm>
              <a:off x="9357634" y="7959429"/>
              <a:ext cx="57240" cy="993240"/>
            </p14:xfrm>
          </p:contentPart>
        </mc:Choice>
        <mc:Fallback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6C11CF7C-D253-A781-7EF8-7D67465D90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39634" y="7941429"/>
                <a:ext cx="92880" cy="10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75B22EB8-3D03-937E-5AF5-C4BA6190F808}"/>
              </a:ext>
            </a:extLst>
          </p:cNvPr>
          <p:cNvGrpSpPr/>
          <p:nvPr/>
        </p:nvGrpSpPr>
        <p:grpSpPr>
          <a:xfrm>
            <a:off x="8053354" y="4685229"/>
            <a:ext cx="2689560" cy="2560680"/>
            <a:chOff x="8053354" y="4685229"/>
            <a:chExt cx="2689560" cy="256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A3BE77FB-4C4C-937D-11AF-5625F0D42FAC}"/>
                    </a:ext>
                  </a:extLst>
                </p14:cNvPr>
                <p14:cNvContentPartPr/>
                <p14:nvPr/>
              </p14:nvContentPartPr>
              <p14:xfrm>
                <a:off x="8053354" y="4750749"/>
                <a:ext cx="1353960" cy="249516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A3BE77FB-4C4C-937D-11AF-5625F0D42F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35714" y="4732749"/>
                  <a:ext cx="1389600" cy="25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7F611AB7-823D-5642-4297-5A32B4E74155}"/>
                    </a:ext>
                  </a:extLst>
                </p14:cNvPr>
                <p14:cNvContentPartPr/>
                <p14:nvPr/>
              </p14:nvContentPartPr>
              <p14:xfrm>
                <a:off x="9492274" y="4738509"/>
                <a:ext cx="1209240" cy="24026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7F611AB7-823D-5642-4297-5A32B4E741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4274" y="4720869"/>
                  <a:ext cx="1244880" cy="24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5782A879-2C07-EBE8-8E14-5B748C08342C}"/>
                    </a:ext>
                  </a:extLst>
                </p14:cNvPr>
                <p14:cNvContentPartPr/>
                <p14:nvPr/>
              </p14:nvContentPartPr>
              <p14:xfrm>
                <a:off x="10511434" y="4685229"/>
                <a:ext cx="231480" cy="30348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5782A879-2C07-EBE8-8E14-5B748C0834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93434" y="4667229"/>
                  <a:ext cx="26712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21493376-7239-B621-0D69-DEF4AE0625A0}"/>
                  </a:ext>
                </a:extLst>
              </p14:cNvPr>
              <p14:cNvContentPartPr/>
              <p14:nvPr/>
            </p14:nvContentPartPr>
            <p14:xfrm>
              <a:off x="7916914" y="4711149"/>
              <a:ext cx="426240" cy="431640"/>
            </p14:xfrm>
          </p:contentPart>
        </mc:Choice>
        <mc:Fallback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21493376-7239-B621-0D69-DEF4AE0625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98914" y="4693509"/>
                <a:ext cx="46188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DEFB80BB-6E60-8946-3FFF-25CCA694848B}"/>
                  </a:ext>
                </a:extLst>
              </p14:cNvPr>
              <p14:cNvContentPartPr/>
              <p14:nvPr/>
            </p14:nvContentPartPr>
            <p14:xfrm>
              <a:off x="-905606" y="2830149"/>
              <a:ext cx="360" cy="360"/>
            </p14:xfrm>
          </p:contentPart>
        </mc:Choice>
        <mc:Fallback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DEFB80BB-6E60-8946-3FFF-25CCA69484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923246" y="2812149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D64D5652-76EE-963D-282D-133C15F7091D}"/>
              </a:ext>
            </a:extLst>
          </p:cNvPr>
          <p:cNvSpPr txBox="1"/>
          <p:nvPr/>
        </p:nvSpPr>
        <p:spPr>
          <a:xfrm>
            <a:off x="1968137" y="5791200"/>
            <a:ext cx="41017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專案題目</a:t>
            </a:r>
            <a:endParaRPr lang="en-US" altLang="zh-TW" sz="2400" dirty="0"/>
          </a:p>
          <a:p>
            <a:r>
              <a:rPr lang="zh-TW" altLang="en-US" sz="2400" dirty="0"/>
              <a:t>遠端控制妳的虛擬機</a:t>
            </a:r>
            <a:endParaRPr lang="en-US" altLang="zh-TW" sz="2400" dirty="0"/>
          </a:p>
          <a:p>
            <a:r>
              <a:rPr lang="zh-TW" altLang="en-US" sz="2400" dirty="0"/>
              <a:t>不連入虛擬機，管理虛擬機</a:t>
            </a:r>
            <a:endParaRPr lang="en-US" altLang="zh-TW" sz="2400" dirty="0"/>
          </a:p>
          <a:p>
            <a:r>
              <a:rPr lang="zh-TW" altLang="en-US" sz="2400" dirty="0"/>
              <a:t>  安裝軟體</a:t>
            </a:r>
            <a:endParaRPr lang="en-US" altLang="zh-TW" sz="2400" dirty="0"/>
          </a:p>
          <a:p>
            <a:r>
              <a:rPr lang="zh-TW" altLang="en-US" sz="2400" dirty="0"/>
              <a:t>  要求備份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56349A9-4273-A45B-0E57-D791FA203472}"/>
              </a:ext>
            </a:extLst>
          </p:cNvPr>
          <p:cNvSpPr txBox="1"/>
          <p:nvPr/>
        </p:nvSpPr>
        <p:spPr>
          <a:xfrm>
            <a:off x="13023669" y="6517057"/>
            <a:ext cx="41017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加分項 </a:t>
            </a:r>
            <a:r>
              <a:rPr lang="en-US" altLang="zh-TW" sz="2400" dirty="0"/>
              <a:t>- SSM+AI-Agent</a:t>
            </a:r>
          </a:p>
          <a:p>
            <a:endParaRPr lang="en-US" altLang="zh-TW" sz="2400" dirty="0"/>
          </a:p>
          <a:p>
            <a:r>
              <a:rPr lang="zh-TW" altLang="en-US" sz="2400" dirty="0"/>
              <a:t>妳跟</a:t>
            </a:r>
            <a:r>
              <a:rPr lang="en-US" altLang="zh-TW" sz="2400" dirty="0"/>
              <a:t>ai-agent</a:t>
            </a:r>
            <a:r>
              <a:rPr lang="zh-TW" altLang="en-US" sz="2400" dirty="0"/>
              <a:t>講，</a:t>
            </a:r>
            <a:r>
              <a:rPr lang="en-US" altLang="zh-TW" sz="2400" dirty="0"/>
              <a:t>AI-Agent</a:t>
            </a:r>
            <a:r>
              <a:rPr lang="zh-TW" altLang="en-US" sz="2400" dirty="0"/>
              <a:t>去跟</a:t>
            </a:r>
            <a:r>
              <a:rPr lang="en-US" altLang="zh-TW" sz="2400" dirty="0" err="1"/>
              <a:t>ssm</a:t>
            </a:r>
            <a:r>
              <a:rPr lang="en-US" altLang="zh-TW" sz="2400" dirty="0"/>
              <a:t>-&gt; </a:t>
            </a:r>
            <a:r>
              <a:rPr lang="zh-TW" altLang="en-US" sz="2400" dirty="0"/>
              <a:t>對所有機器重開機</a:t>
            </a:r>
          </a:p>
        </p:txBody>
      </p:sp>
    </p:spTree>
    <p:extLst>
      <p:ext uri="{BB962C8B-B14F-4D97-AF65-F5344CB8AC3E}">
        <p14:creationId xmlns:p14="http://schemas.microsoft.com/office/powerpoint/2010/main" val="289852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P1-4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3193107" y="609600"/>
            <a:ext cx="724453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AWS MCP Server × AI IDE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串接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952500" y="1562100"/>
            <a:ext cx="7325841" cy="2265908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952500" y="3818483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952500" y="1562100"/>
            <a:ext cx="57150" cy="22659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8268816" y="1562100"/>
            <a:ext cx="9525" cy="226590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1314450" y="2252663"/>
            <a:ext cx="6849053" cy="131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讓 AI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IDE（Antigravity、Cursor、Kiro、Claude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等）直接看懂並操作你的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AWS。串接官方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MCP 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Server（awslabs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），</a:t>
            </a:r>
            <a:r>
              <a:rPr lang="en-US" sz="210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用自然語言查詢與管理雲端資源</a:t>
            </a:r>
            <a:r>
              <a:rPr lang="en-US" sz="210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952500" y="4037558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1266825" y="4332833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1266825" y="4728121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連上 MCP Server 的示範 + 一段「用講的操作 AWS」Demo + 原理說明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952500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1085850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1674614" y="8559180"/>
            <a:ext cx="1587103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1807964" y="8625855"/>
            <a:ext cx="139660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awslabs/mcp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3356967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3490317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IAM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4079081" y="8559180"/>
            <a:ext cx="2307357" cy="361950"/>
          </a:xfrm>
          <a:prstGeom prst="roundRect">
            <a:avLst>
              <a:gd name="adj" fmla="val 2105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4212431" y="8625855"/>
            <a:ext cx="21168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Bedrock AgentCore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9326091" y="2171700"/>
            <a:ext cx="8081754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在 AI IDE 的 MCP 設定成功連上至少一個 AWS 官方 MCP Server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9326091" y="2743200"/>
            <a:ext cx="8034605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用自然語言請 AI 查真實 AWS 資源（列 EC2、查 S3、讀價格）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9326091" y="3314700"/>
            <a:ext cx="7339571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說得出 MCP 原理：client ↔ server ↔ AWS API 的 1:1 連線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9326091" y="3886200"/>
            <a:ext cx="379940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憑證走最小權限 IAM，不外洩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2028825" y="9254505"/>
            <a:ext cx="5295640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讓 AI IDE 用自然語言直接查詢、操作真實的雲端資源。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10296525" y="9254505"/>
            <a:ext cx="6535832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MCP 是 AI 工具整合的關鍵協定，會接等於掌握下一代開發工作流。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6B14ABCC-6038-E71A-3768-01A16ABFB254}"/>
                  </a:ext>
                </a:extLst>
              </p14:cNvPr>
              <p14:cNvContentPartPr/>
              <p14:nvPr/>
            </p14:nvContentPartPr>
            <p14:xfrm>
              <a:off x="1932994" y="3221829"/>
              <a:ext cx="360" cy="36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6B14ABCC-6038-E71A-3768-01A16ABFB2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5354" y="320382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E79E9D39-38B3-130A-014C-5937CDD45FA7}"/>
                  </a:ext>
                </a:extLst>
              </p14:cNvPr>
              <p14:cNvContentPartPr/>
              <p14:nvPr/>
            </p14:nvContentPartPr>
            <p14:xfrm>
              <a:off x="2211994" y="2263869"/>
              <a:ext cx="209160" cy="615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E79E9D39-38B3-130A-014C-5937CDD45F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3994" y="2245869"/>
                <a:ext cx="24480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F0440594-EDB4-3AEF-9564-23EBC4377BA5}"/>
              </a:ext>
            </a:extLst>
          </p:cNvPr>
          <p:cNvGrpSpPr/>
          <p:nvPr/>
        </p:nvGrpSpPr>
        <p:grpSpPr>
          <a:xfrm>
            <a:off x="1669114" y="5741829"/>
            <a:ext cx="1119600" cy="1546560"/>
            <a:chOff x="1669114" y="5741829"/>
            <a:chExt cx="1119600" cy="15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7D743AF1-9705-02E5-AB89-1E7E0D04628C}"/>
                    </a:ext>
                  </a:extLst>
                </p14:cNvPr>
                <p14:cNvContentPartPr/>
                <p14:nvPr/>
              </p14:nvContentPartPr>
              <p14:xfrm>
                <a:off x="1794034" y="5741829"/>
                <a:ext cx="994680" cy="12909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7D743AF1-9705-02E5-AB89-1E7E0D0462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6394" y="5724189"/>
                  <a:ext cx="103032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9364CAB2-5CBF-0673-CC52-C1418005EA75}"/>
                    </a:ext>
                  </a:extLst>
                </p14:cNvPr>
                <p14:cNvContentPartPr/>
                <p14:nvPr/>
              </p14:nvContentPartPr>
              <p14:xfrm>
                <a:off x="1669114" y="6845229"/>
                <a:ext cx="586800" cy="26388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9364CAB2-5CBF-0673-CC52-C1418005EA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1474" y="6827229"/>
                  <a:ext cx="622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82511970-8EDC-8A50-4733-B892C7C702C0}"/>
                    </a:ext>
                  </a:extLst>
                </p14:cNvPr>
                <p14:cNvContentPartPr/>
                <p14:nvPr/>
              </p14:nvContentPartPr>
              <p14:xfrm>
                <a:off x="2211994" y="6862149"/>
                <a:ext cx="311400" cy="3240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82511970-8EDC-8A50-4733-B892C7C702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4354" y="6844509"/>
                  <a:ext cx="347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612A7060-6459-82FE-1558-F288E4CBC269}"/>
                    </a:ext>
                  </a:extLst>
                </p14:cNvPr>
                <p14:cNvContentPartPr/>
                <p14:nvPr/>
              </p14:nvContentPartPr>
              <p14:xfrm>
                <a:off x="2061874" y="7053669"/>
                <a:ext cx="219960" cy="23472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612A7060-6459-82FE-1558-F288E4CBC2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3874" y="7036029"/>
                  <a:ext cx="25560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1CE2D494-3A18-349D-01BC-CE5A7E2FD61E}"/>
                  </a:ext>
                </a:extLst>
              </p14:cNvPr>
              <p14:cNvContentPartPr/>
              <p14:nvPr/>
            </p14:nvContentPartPr>
            <p14:xfrm>
              <a:off x="2264194" y="7097229"/>
              <a:ext cx="331560" cy="19224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1CE2D494-3A18-349D-01BC-CE5A7E2FD6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46194" y="7079229"/>
                <a:ext cx="3672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7B02D326-58E5-6B20-6999-0690D7EFA839}"/>
                  </a:ext>
                </a:extLst>
              </p14:cNvPr>
              <p14:cNvContentPartPr/>
              <p14:nvPr/>
            </p14:nvContentPartPr>
            <p14:xfrm>
              <a:off x="3169954" y="4214349"/>
              <a:ext cx="360" cy="36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7B02D326-58E5-6B20-6999-0690D7EFA8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1954" y="419670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95601773-11F3-EAAF-2BA3-C64D7E2E5C7A}"/>
              </a:ext>
            </a:extLst>
          </p:cNvPr>
          <p:cNvGrpSpPr/>
          <p:nvPr/>
        </p:nvGrpSpPr>
        <p:grpSpPr>
          <a:xfrm>
            <a:off x="1755874" y="1324989"/>
            <a:ext cx="2536920" cy="4596840"/>
            <a:chOff x="1755874" y="1324989"/>
            <a:chExt cx="2536920" cy="45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98C9DF5B-2A09-145B-9723-1AD1C75CC05B}"/>
                    </a:ext>
                  </a:extLst>
                </p14:cNvPr>
                <p14:cNvContentPartPr/>
                <p14:nvPr/>
              </p14:nvContentPartPr>
              <p14:xfrm>
                <a:off x="1755874" y="1324989"/>
                <a:ext cx="2536920" cy="227196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98C9DF5B-2A09-145B-9723-1AD1C75CC0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38234" y="1306989"/>
                  <a:ext cx="2572560" cy="23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6B4C5DFF-A612-A9C8-F85D-1CFCD120358D}"/>
                    </a:ext>
                  </a:extLst>
                </p14:cNvPr>
                <p14:cNvContentPartPr/>
                <p14:nvPr/>
              </p14:nvContentPartPr>
              <p14:xfrm>
                <a:off x="2141794" y="2038149"/>
                <a:ext cx="311040" cy="48780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6B4C5DFF-A612-A9C8-F85D-1CFCD120358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24154" y="2020149"/>
                  <a:ext cx="346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F38A80F-1016-D063-D455-80080176D215}"/>
                    </a:ext>
                  </a:extLst>
                </p14:cNvPr>
                <p14:cNvContentPartPr/>
                <p14:nvPr/>
              </p14:nvContentPartPr>
              <p14:xfrm>
                <a:off x="2655874" y="2148669"/>
                <a:ext cx="302040" cy="25560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F38A80F-1016-D063-D455-80080176D2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37874" y="2131029"/>
                  <a:ext cx="337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47CB96F1-188A-09C6-6465-75FA7AF4389C}"/>
                    </a:ext>
                  </a:extLst>
                </p14:cNvPr>
                <p14:cNvContentPartPr/>
                <p14:nvPr/>
              </p14:nvContentPartPr>
              <p14:xfrm>
                <a:off x="3048274" y="2071629"/>
                <a:ext cx="383400" cy="4269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47CB96F1-188A-09C6-6465-75FA7AF4389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30634" y="2053989"/>
                  <a:ext cx="4190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58776FF6-4930-F8FE-79B2-A5294A9937A5}"/>
                    </a:ext>
                  </a:extLst>
                </p14:cNvPr>
                <p14:cNvContentPartPr/>
                <p14:nvPr/>
              </p14:nvContentPartPr>
              <p14:xfrm>
                <a:off x="2795194" y="2998989"/>
                <a:ext cx="1194120" cy="92232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58776FF6-4930-F8FE-79B2-A5294A9937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77194" y="2980989"/>
                  <a:ext cx="1229760" cy="9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5ACC7D34-82C6-8265-EEAF-10A927289088}"/>
                    </a:ext>
                  </a:extLst>
                </p14:cNvPr>
                <p14:cNvContentPartPr/>
                <p14:nvPr/>
              </p14:nvContentPartPr>
              <p14:xfrm>
                <a:off x="3456874" y="3369789"/>
                <a:ext cx="360" cy="36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5ACC7D34-82C6-8265-EEAF-10A9272890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39234" y="335214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8A3D66D6-BF6F-9024-D6C8-5B8DA5DFCB56}"/>
                    </a:ext>
                  </a:extLst>
                </p14:cNvPr>
                <p14:cNvContentPartPr/>
                <p14:nvPr/>
              </p14:nvContentPartPr>
              <p14:xfrm>
                <a:off x="3318274" y="3367989"/>
                <a:ext cx="342720" cy="2214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8A3D66D6-BF6F-9024-D6C8-5B8DA5DFCB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00274" y="3350349"/>
                  <a:ext cx="378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558A5768-3572-DEBA-F332-F1A7E8E08CCB}"/>
                    </a:ext>
                  </a:extLst>
                </p14:cNvPr>
                <p14:cNvContentPartPr/>
                <p14:nvPr/>
              </p14:nvContentPartPr>
              <p14:xfrm>
                <a:off x="3491794" y="3500829"/>
                <a:ext cx="230760" cy="19728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558A5768-3572-DEBA-F332-F1A7E8E08C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4154" y="3483189"/>
                  <a:ext cx="266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A06732B3-BD8F-335B-8511-A5636A310446}"/>
                    </a:ext>
                  </a:extLst>
                </p14:cNvPr>
                <p14:cNvContentPartPr/>
                <p14:nvPr/>
              </p14:nvContentPartPr>
              <p14:xfrm>
                <a:off x="2385874" y="3920949"/>
                <a:ext cx="991080" cy="200088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A06732B3-BD8F-335B-8511-A5636A3104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68234" y="3902949"/>
                  <a:ext cx="1026720" cy="20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3416B4DF-C7C2-14A8-BC85-0EEA5B0EFB7E}"/>
                    </a:ext>
                  </a:extLst>
                </p14:cNvPr>
                <p14:cNvContentPartPr/>
                <p14:nvPr/>
              </p14:nvContentPartPr>
              <p14:xfrm>
                <a:off x="3013714" y="2668149"/>
                <a:ext cx="565200" cy="55404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3416B4DF-C7C2-14A8-BC85-0EEA5B0EFB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6074" y="2650509"/>
                  <a:ext cx="6008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20C370F9-CAC9-E36F-08FB-8FB531FB8D44}"/>
                    </a:ext>
                  </a:extLst>
                </p14:cNvPr>
                <p14:cNvContentPartPr/>
                <p14:nvPr/>
              </p14:nvContentPartPr>
              <p14:xfrm>
                <a:off x="2947114" y="2669589"/>
                <a:ext cx="379800" cy="26496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20C370F9-CAC9-E36F-08FB-8FB531FB8D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29474" y="2651589"/>
                  <a:ext cx="415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ACD5A524-CE61-9CB4-5A78-C0AA525EE082}"/>
                    </a:ext>
                  </a:extLst>
                </p14:cNvPr>
                <p14:cNvContentPartPr/>
                <p14:nvPr/>
              </p14:nvContentPartPr>
              <p14:xfrm>
                <a:off x="3574954" y="2628549"/>
                <a:ext cx="231120" cy="7596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ACD5A524-CE61-9CB4-5A78-C0AA525EE0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57314" y="2610909"/>
                  <a:ext cx="26676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5C654E5-5F16-3FB1-52DE-6F06AE9CC814}"/>
                    </a:ext>
                  </a:extLst>
                </p14:cNvPr>
                <p14:cNvContentPartPr/>
                <p14:nvPr/>
              </p14:nvContentPartPr>
              <p14:xfrm>
                <a:off x="3622834" y="2586789"/>
                <a:ext cx="122040" cy="864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5C654E5-5F16-3FB1-52DE-6F06AE9CC8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05194" y="2568789"/>
                  <a:ext cx="157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471A9E16-A89A-0409-177C-4A339A8CC655}"/>
                    </a:ext>
                  </a:extLst>
                </p14:cNvPr>
                <p14:cNvContentPartPr/>
                <p14:nvPr/>
              </p14:nvContentPartPr>
              <p14:xfrm>
                <a:off x="3604834" y="2586429"/>
                <a:ext cx="9360" cy="8640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471A9E16-A89A-0409-177C-4A339A8CC6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86834" y="2568789"/>
                  <a:ext cx="45000" cy="122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81DB9D4-FB3E-1476-8E34-C87E5049E35A}"/>
              </a:ext>
            </a:extLst>
          </p:cNvPr>
          <p:cNvSpPr txBox="1"/>
          <p:nvPr/>
        </p:nvSpPr>
        <p:spPr>
          <a:xfrm>
            <a:off x="1193074" y="8055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透過</a:t>
            </a:r>
            <a:r>
              <a:rPr lang="en-US" altLang="zh-TW" sz="2400" dirty="0"/>
              <a:t>Amazon Q </a:t>
            </a:r>
            <a:r>
              <a:rPr lang="zh-TW" altLang="en-US" sz="2400" dirty="0"/>
              <a:t>直接訪問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BD78F9CD-9D69-B101-3A76-AFD4A07B166B}"/>
                  </a:ext>
                </a:extLst>
              </p14:cNvPr>
              <p14:cNvContentPartPr/>
              <p14:nvPr/>
            </p14:nvContentPartPr>
            <p14:xfrm>
              <a:off x="6082761" y="6001436"/>
              <a:ext cx="1922306" cy="1922306"/>
            </p14:xfrm>
          </p:contentPart>
        </mc:Choice>
        <mc:Fallback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BD78F9CD-9D69-B101-3A76-AFD4A07B166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76639" y="5995314"/>
                <a:ext cx="1934550" cy="193455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6641BA73-F8AE-5D87-29F5-CEE911C2E103}"/>
              </a:ext>
            </a:extLst>
          </p:cNvPr>
          <p:cNvGrpSpPr/>
          <p:nvPr/>
        </p:nvGrpSpPr>
        <p:grpSpPr>
          <a:xfrm>
            <a:off x="6290794" y="7968069"/>
            <a:ext cx="1176120" cy="1627560"/>
            <a:chOff x="6290794" y="7968069"/>
            <a:chExt cx="1176120" cy="162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86A34390-7012-95F1-9563-C1B06559739F}"/>
                    </a:ext>
                  </a:extLst>
                </p14:cNvPr>
                <p14:cNvContentPartPr/>
                <p14:nvPr/>
              </p14:nvContentPartPr>
              <p14:xfrm>
                <a:off x="7004314" y="7968069"/>
                <a:ext cx="75600" cy="87624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86A34390-7012-95F1-9563-C1B0655973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98194" y="7961949"/>
                  <a:ext cx="8784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291FCD2E-E911-7F87-C2FB-7349A1287268}"/>
                    </a:ext>
                  </a:extLst>
                </p14:cNvPr>
                <p14:cNvContentPartPr/>
                <p14:nvPr/>
              </p14:nvContentPartPr>
              <p14:xfrm>
                <a:off x="6480514" y="8534349"/>
                <a:ext cx="530280" cy="21924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291FCD2E-E911-7F87-C2FB-7349A12872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74394" y="8528229"/>
                  <a:ext cx="542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867FE591-099E-D32D-8281-66F98CBD9857}"/>
                    </a:ext>
                  </a:extLst>
                </p14:cNvPr>
                <p14:cNvContentPartPr/>
                <p14:nvPr/>
              </p14:nvContentPartPr>
              <p14:xfrm>
                <a:off x="7053994" y="8621109"/>
                <a:ext cx="412920" cy="7416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867FE591-099E-D32D-8281-66F98CBD98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47874" y="8614989"/>
                  <a:ext cx="425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A281C699-EE82-0DD7-35DD-11ADD185172A}"/>
                    </a:ext>
                  </a:extLst>
                </p14:cNvPr>
                <p14:cNvContentPartPr/>
                <p14:nvPr/>
              </p14:nvContentPartPr>
              <p14:xfrm>
                <a:off x="6290794" y="8856189"/>
                <a:ext cx="789120" cy="73944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A281C699-EE82-0DD7-35DD-11ADD18517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84674" y="8850069"/>
                  <a:ext cx="801360" cy="75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2" name="筆跡 41">
                <a:extLst>
                  <a:ext uri="{FF2B5EF4-FFF2-40B4-BE49-F238E27FC236}">
                    <a16:creationId xmlns:a16="http://schemas.microsoft.com/office/drawing/2014/main" id="{57FFBA81-A685-3733-48DC-2C7369B971F0}"/>
                  </a:ext>
                </a:extLst>
              </p14:cNvPr>
              <p14:cNvContentPartPr/>
              <p14:nvPr/>
            </p14:nvContentPartPr>
            <p14:xfrm>
              <a:off x="7062634" y="9012789"/>
              <a:ext cx="348480" cy="331560"/>
            </p14:xfrm>
          </p:contentPart>
        </mc:Choice>
        <mc:Fallback>
          <p:pic>
            <p:nvPicPr>
              <p:cNvPr id="42" name="筆跡 41">
                <a:extLst>
                  <a:ext uri="{FF2B5EF4-FFF2-40B4-BE49-F238E27FC236}">
                    <a16:creationId xmlns:a16="http://schemas.microsoft.com/office/drawing/2014/main" id="{57FFBA81-A685-3733-48DC-2C7369B971F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56514" y="9006669"/>
                <a:ext cx="3607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4" name="筆跡 43">
                <a:extLst>
                  <a:ext uri="{FF2B5EF4-FFF2-40B4-BE49-F238E27FC236}">
                    <a16:creationId xmlns:a16="http://schemas.microsoft.com/office/drawing/2014/main" id="{5DB2993F-0E07-241B-6B02-0D5EF99C842B}"/>
                  </a:ext>
                </a:extLst>
              </p14:cNvPr>
              <p14:cNvContentPartPr/>
              <p14:nvPr/>
            </p14:nvContentPartPr>
            <p14:xfrm>
              <a:off x="7584994" y="3874869"/>
              <a:ext cx="35280" cy="462600"/>
            </p14:xfrm>
          </p:contentPart>
        </mc:Choice>
        <mc:Fallback>
          <p:pic>
            <p:nvPicPr>
              <p:cNvPr id="44" name="筆跡 43">
                <a:extLst>
                  <a:ext uri="{FF2B5EF4-FFF2-40B4-BE49-F238E27FC236}">
                    <a16:creationId xmlns:a16="http://schemas.microsoft.com/office/drawing/2014/main" id="{5DB2993F-0E07-241B-6B02-0D5EF99C842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78874" y="3868749"/>
                <a:ext cx="4752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8" name="筆跡 47">
                <a:extLst>
                  <a:ext uri="{FF2B5EF4-FFF2-40B4-BE49-F238E27FC236}">
                    <a16:creationId xmlns:a16="http://schemas.microsoft.com/office/drawing/2014/main" id="{D33D06FB-060E-1F0F-CAB5-357176190021}"/>
                  </a:ext>
                </a:extLst>
              </p14:cNvPr>
              <p14:cNvContentPartPr/>
              <p14:nvPr/>
            </p14:nvContentPartPr>
            <p14:xfrm>
              <a:off x="9422434" y="3796389"/>
              <a:ext cx="9000" cy="436320"/>
            </p14:xfrm>
          </p:contentPart>
        </mc:Choice>
        <mc:Fallback>
          <p:pic>
            <p:nvPicPr>
              <p:cNvPr id="48" name="筆跡 47">
                <a:extLst>
                  <a:ext uri="{FF2B5EF4-FFF2-40B4-BE49-F238E27FC236}">
                    <a16:creationId xmlns:a16="http://schemas.microsoft.com/office/drawing/2014/main" id="{D33D06FB-060E-1F0F-CAB5-35717619002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16314" y="3790269"/>
                <a:ext cx="2124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4" name="筆跡 53">
                <a:extLst>
                  <a:ext uri="{FF2B5EF4-FFF2-40B4-BE49-F238E27FC236}">
                    <a16:creationId xmlns:a16="http://schemas.microsoft.com/office/drawing/2014/main" id="{A0C151EF-1D63-4C79-7C06-DABFD6DC7805}"/>
                  </a:ext>
                </a:extLst>
              </p14:cNvPr>
              <p14:cNvContentPartPr/>
              <p14:nvPr/>
            </p14:nvContentPartPr>
            <p14:xfrm>
              <a:off x="8368354" y="4371669"/>
              <a:ext cx="113760" cy="17640"/>
            </p14:xfrm>
          </p:contentPart>
        </mc:Choice>
        <mc:Fallback>
          <p:pic>
            <p:nvPicPr>
              <p:cNvPr id="54" name="筆跡 53">
                <a:extLst>
                  <a:ext uri="{FF2B5EF4-FFF2-40B4-BE49-F238E27FC236}">
                    <a16:creationId xmlns:a16="http://schemas.microsoft.com/office/drawing/2014/main" id="{A0C151EF-1D63-4C79-7C06-DABFD6DC780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62234" y="4365549"/>
                <a:ext cx="126000" cy="2988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37A2C33D-1B62-88D3-6EF9-37D1E21C9DAC}"/>
              </a:ext>
            </a:extLst>
          </p:cNvPr>
          <p:cNvSpPr txBox="1"/>
          <p:nvPr/>
        </p:nvSpPr>
        <p:spPr>
          <a:xfrm>
            <a:off x="4827623" y="4401909"/>
            <a:ext cx="56573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妳寫的程式碼，內容是妳設定的</a:t>
            </a:r>
            <a:r>
              <a:rPr lang="en-US" altLang="zh-TW" sz="2400" dirty="0" err="1"/>
              <a:t>aws</a:t>
            </a:r>
            <a:r>
              <a:rPr lang="zh-TW" altLang="en-US" sz="2400" dirty="0"/>
              <a:t>流程</a:t>
            </a:r>
            <a:endParaRPr lang="en-US" altLang="zh-TW" sz="2400" dirty="0"/>
          </a:p>
          <a:p>
            <a:r>
              <a:rPr lang="zh-TW" altLang="en-US" sz="2400" dirty="0"/>
              <a:t>  比如 備份 </a:t>
            </a:r>
            <a:r>
              <a:rPr lang="en-US" altLang="zh-TW" sz="2400" dirty="0"/>
              <a:t>-&gt;</a:t>
            </a:r>
            <a:r>
              <a:rPr lang="zh-TW" altLang="en-US" sz="2400" dirty="0"/>
              <a:t>寄信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4B99525-A867-46A9-FEF8-94960DE05C9D}"/>
              </a:ext>
            </a:extLst>
          </p:cNvPr>
          <p:cNvSpPr/>
          <p:nvPr/>
        </p:nvSpPr>
        <p:spPr>
          <a:xfrm>
            <a:off x="8243794" y="5338354"/>
            <a:ext cx="2039141" cy="1227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AI-Agent</a:t>
            </a:r>
          </a:p>
          <a:p>
            <a:pPr algn="ctr"/>
            <a:r>
              <a:rPr lang="en-US" altLang="zh-TW" dirty="0" err="1"/>
              <a:t>Dify</a:t>
            </a:r>
            <a:endParaRPr lang="en-US" altLang="zh-TW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3" name="筆跡 62">
                <a:extLst>
                  <a:ext uri="{FF2B5EF4-FFF2-40B4-BE49-F238E27FC236}">
                    <a16:creationId xmlns:a16="http://schemas.microsoft.com/office/drawing/2014/main" id="{27ED3BEF-034D-FD38-B0F8-526E5773814A}"/>
                  </a:ext>
                </a:extLst>
              </p14:cNvPr>
              <p14:cNvContentPartPr/>
              <p14:nvPr/>
            </p14:nvContentPartPr>
            <p14:xfrm>
              <a:off x="7541794" y="6185349"/>
              <a:ext cx="1604520" cy="964080"/>
            </p14:xfrm>
          </p:contentPart>
        </mc:Choice>
        <mc:Fallback>
          <p:pic>
            <p:nvPicPr>
              <p:cNvPr id="63" name="筆跡 62">
                <a:extLst>
                  <a:ext uri="{FF2B5EF4-FFF2-40B4-BE49-F238E27FC236}">
                    <a16:creationId xmlns:a16="http://schemas.microsoft.com/office/drawing/2014/main" id="{27ED3BEF-034D-FD38-B0F8-526E5773814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535674" y="6179229"/>
                <a:ext cx="1616760" cy="9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群組 66">
            <a:extLst>
              <a:ext uri="{FF2B5EF4-FFF2-40B4-BE49-F238E27FC236}">
                <a16:creationId xmlns:a16="http://schemas.microsoft.com/office/drawing/2014/main" id="{61264DEC-EB89-92A1-777D-469EF9A89981}"/>
              </a:ext>
            </a:extLst>
          </p:cNvPr>
          <p:cNvGrpSpPr/>
          <p:nvPr/>
        </p:nvGrpSpPr>
        <p:grpSpPr>
          <a:xfrm>
            <a:off x="4411234" y="2180349"/>
            <a:ext cx="6171480" cy="3524040"/>
            <a:chOff x="4411234" y="2180349"/>
            <a:chExt cx="6171480" cy="352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D22A0B7B-1200-4DCA-F7D8-75B56F099FA0}"/>
                    </a:ext>
                  </a:extLst>
                </p14:cNvPr>
                <p14:cNvContentPartPr/>
                <p14:nvPr/>
              </p14:nvContentPartPr>
              <p14:xfrm>
                <a:off x="7602274" y="3726909"/>
                <a:ext cx="1185480" cy="60264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D22A0B7B-1200-4DCA-F7D8-75B56F099F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96154" y="3720789"/>
                  <a:ext cx="119772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ECA8CF31-EA5F-B125-4F14-7ED4B6C2BBA2}"/>
                    </a:ext>
                  </a:extLst>
                </p14:cNvPr>
                <p14:cNvContentPartPr/>
                <p14:nvPr/>
              </p14:nvContentPartPr>
              <p14:xfrm>
                <a:off x="9448714" y="3787749"/>
                <a:ext cx="360" cy="36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ECA8CF31-EA5F-B125-4F14-7ED4B6C2BB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42594" y="37816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F08BADF3-68EA-9416-CA35-89322E41AF28}"/>
                    </a:ext>
                  </a:extLst>
                </p14:cNvPr>
                <p14:cNvContentPartPr/>
                <p14:nvPr/>
              </p14:nvContentPartPr>
              <p14:xfrm>
                <a:off x="9420634" y="3679389"/>
                <a:ext cx="1162080" cy="58320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F08BADF3-68EA-9416-CA35-89322E41AF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14514" y="3673269"/>
                  <a:ext cx="117432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23F15A88-B0A7-A6FF-AD59-F34A1AADC0FB}"/>
                    </a:ext>
                  </a:extLst>
                </p14:cNvPr>
                <p14:cNvContentPartPr/>
                <p14:nvPr/>
              </p14:nvContentPartPr>
              <p14:xfrm>
                <a:off x="8243794" y="4145229"/>
                <a:ext cx="289080" cy="31752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23F15A88-B0A7-A6FF-AD59-F34A1AADC0F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7674" y="4139109"/>
                  <a:ext cx="3013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CDADB465-E5EA-190B-D7B0-E58A1D3D7C3E}"/>
                    </a:ext>
                  </a:extLst>
                </p14:cNvPr>
                <p14:cNvContentPartPr/>
                <p14:nvPr/>
              </p14:nvContentPartPr>
              <p14:xfrm>
                <a:off x="8499394" y="4287789"/>
                <a:ext cx="35640" cy="14760"/>
              </p14:xfrm>
            </p:contentPart>
          </mc:Choice>
          <mc:Fallback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CDADB465-E5EA-190B-D7B0-E58A1D3D7C3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93274" y="4281669"/>
                  <a:ext cx="47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8927D2FD-E752-89B2-8085-7B9CD73E7144}"/>
                    </a:ext>
                  </a:extLst>
                </p14:cNvPr>
                <p14:cNvContentPartPr/>
                <p14:nvPr/>
              </p14:nvContentPartPr>
              <p14:xfrm>
                <a:off x="7925554" y="3987909"/>
                <a:ext cx="25200" cy="2808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8927D2FD-E752-89B2-8085-7B9CD73E71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19434" y="3981789"/>
                  <a:ext cx="3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2A51974F-1F20-70BA-C1F7-002685AC4E8A}"/>
                    </a:ext>
                  </a:extLst>
                </p14:cNvPr>
                <p14:cNvContentPartPr/>
                <p14:nvPr/>
              </p14:nvContentPartPr>
              <p14:xfrm>
                <a:off x="7933114" y="3883869"/>
                <a:ext cx="504000" cy="24552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2A51974F-1F20-70BA-C1F7-002685AC4E8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26994" y="3877749"/>
                  <a:ext cx="516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D4040436-7BA9-FFB4-34FC-FC06BB5E4BA6}"/>
                    </a:ext>
                  </a:extLst>
                </p14:cNvPr>
                <p14:cNvContentPartPr/>
                <p14:nvPr/>
              </p14:nvContentPartPr>
              <p14:xfrm>
                <a:off x="8325154" y="4334229"/>
                <a:ext cx="784440" cy="137016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D4040436-7BA9-FFB4-34FC-FC06BB5E4B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19034" y="4328109"/>
                  <a:ext cx="796680" cy="13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0B36F725-5235-B6E6-29C5-712329296ABA}"/>
                    </a:ext>
                  </a:extLst>
                </p14:cNvPr>
                <p14:cNvContentPartPr/>
                <p14:nvPr/>
              </p14:nvContentPartPr>
              <p14:xfrm>
                <a:off x="4574674" y="2180349"/>
                <a:ext cx="3828960" cy="154728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0B36F725-5235-B6E6-29C5-712329296A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68554" y="2174229"/>
                  <a:ext cx="3841200" cy="15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39ADE43B-2336-522C-B7D7-0B398CBEF50B}"/>
                    </a:ext>
                  </a:extLst>
                </p14:cNvPr>
                <p14:cNvContentPartPr/>
                <p14:nvPr/>
              </p14:nvContentPartPr>
              <p14:xfrm>
                <a:off x="4411234" y="2212029"/>
                <a:ext cx="369720" cy="43776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39ADE43B-2336-522C-B7D7-0B398CBEF50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05114" y="2205909"/>
                  <a:ext cx="381960" cy="45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8" name="筆跡 67">
                <a:extLst>
                  <a:ext uri="{FF2B5EF4-FFF2-40B4-BE49-F238E27FC236}">
                    <a16:creationId xmlns:a16="http://schemas.microsoft.com/office/drawing/2014/main" id="{9F4FE978-475B-C79A-99BB-88580F88AC70}"/>
                  </a:ext>
                </a:extLst>
              </p14:cNvPr>
              <p14:cNvContentPartPr/>
              <p14:nvPr/>
            </p14:nvContentPartPr>
            <p14:xfrm>
              <a:off x="6809554" y="4755069"/>
              <a:ext cx="360" cy="360"/>
            </p14:xfrm>
          </p:contentPart>
        </mc:Choice>
        <mc:Fallback>
          <p:pic>
            <p:nvPicPr>
              <p:cNvPr id="68" name="筆跡 67">
                <a:extLst>
                  <a:ext uri="{FF2B5EF4-FFF2-40B4-BE49-F238E27FC236}">
                    <a16:creationId xmlns:a16="http://schemas.microsoft.com/office/drawing/2014/main" id="{9F4FE978-475B-C79A-99BB-88580F88AC7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03434" y="474894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文字方塊 69">
            <a:extLst>
              <a:ext uri="{FF2B5EF4-FFF2-40B4-BE49-F238E27FC236}">
                <a16:creationId xmlns:a16="http://schemas.microsoft.com/office/drawing/2014/main" id="{CDA6A024-55EF-8A35-AD53-72D6D276BE36}"/>
              </a:ext>
            </a:extLst>
          </p:cNvPr>
          <p:cNvSpPr txBox="1"/>
          <p:nvPr/>
        </p:nvSpPr>
        <p:spPr>
          <a:xfrm>
            <a:off x="5559675" y="9212217"/>
            <a:ext cx="6086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妳寫一段程式，交給妳的</a:t>
            </a:r>
            <a:r>
              <a:rPr lang="en-US" altLang="zh-TW" sz="2400" dirty="0"/>
              <a:t>ai-agent</a:t>
            </a:r>
            <a:r>
              <a:rPr lang="zh-TW" altLang="en-US" sz="2400" dirty="0"/>
              <a:t>，比如</a:t>
            </a:r>
            <a:r>
              <a:rPr lang="en-US" altLang="zh-TW" sz="2400" dirty="0" err="1"/>
              <a:t>dify</a:t>
            </a:r>
            <a:endParaRPr lang="en-US" altLang="zh-TW" sz="2400" dirty="0"/>
          </a:p>
          <a:p>
            <a:r>
              <a:rPr lang="zh-TW" altLang="en-US" sz="2400" dirty="0"/>
              <a:t>以後跟</a:t>
            </a:r>
            <a:r>
              <a:rPr lang="en-US" altLang="zh-TW" sz="2400" dirty="0" err="1"/>
              <a:t>dify</a:t>
            </a:r>
            <a:r>
              <a:rPr lang="zh-TW" altLang="en-US" sz="2400" dirty="0"/>
              <a:t>溝通，</a:t>
            </a:r>
            <a:r>
              <a:rPr lang="en-US" altLang="zh-TW" sz="2400" dirty="0" err="1"/>
              <a:t>dify</a:t>
            </a:r>
            <a:r>
              <a:rPr lang="zh-TW" altLang="en-US" sz="2400" dirty="0"/>
              <a:t>幫妳操作</a:t>
            </a:r>
            <a:endParaRPr lang="en-US" altLang="zh-TW" sz="2400" dirty="0"/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B5BA50C9-3948-1656-CDC8-59B504428BDA}"/>
              </a:ext>
            </a:extLst>
          </p:cNvPr>
          <p:cNvGrpSpPr/>
          <p:nvPr/>
        </p:nvGrpSpPr>
        <p:grpSpPr>
          <a:xfrm>
            <a:off x="11622754" y="1845909"/>
            <a:ext cx="2712600" cy="1687680"/>
            <a:chOff x="11622754" y="1845909"/>
            <a:chExt cx="2712600" cy="16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7FB3932C-3DDB-1E06-7E7D-6BF2772ABD8F}"/>
                    </a:ext>
                  </a:extLst>
                </p14:cNvPr>
                <p14:cNvContentPartPr/>
                <p14:nvPr/>
              </p14:nvContentPartPr>
              <p14:xfrm>
                <a:off x="11622754" y="1845909"/>
                <a:ext cx="160200" cy="91404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7FB3932C-3DDB-1E06-7E7D-6BF2772ABD8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04754" y="1828269"/>
                  <a:ext cx="195840" cy="9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41D1850A-565B-F3FE-2BCE-603B46661DF3}"/>
                    </a:ext>
                  </a:extLst>
                </p14:cNvPr>
                <p14:cNvContentPartPr/>
                <p14:nvPr/>
              </p14:nvContentPartPr>
              <p14:xfrm>
                <a:off x="11730394" y="1915749"/>
                <a:ext cx="577800" cy="89424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41D1850A-565B-F3FE-2BCE-603B46661DF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712754" y="1897749"/>
                  <a:ext cx="613440" cy="9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E62EE0EF-829C-8752-6401-B6CBF1914DEA}"/>
                    </a:ext>
                  </a:extLst>
                </p14:cNvPr>
                <p14:cNvContentPartPr/>
                <p14:nvPr/>
              </p14:nvContentPartPr>
              <p14:xfrm>
                <a:off x="12725794" y="2090349"/>
                <a:ext cx="539640" cy="594000"/>
              </p14:xfrm>
            </p:contentPart>
          </mc:Choice>
          <mc:Fallback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E62EE0EF-829C-8752-6401-B6CBF1914DE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707794" y="2072709"/>
                  <a:ext cx="5752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811BC090-4A1C-FED0-3F5B-9789937975B1}"/>
                    </a:ext>
                  </a:extLst>
                </p14:cNvPr>
                <p14:cNvContentPartPr/>
                <p14:nvPr/>
              </p14:nvContentPartPr>
              <p14:xfrm>
                <a:off x="13582234" y="2063709"/>
                <a:ext cx="203760" cy="146988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811BC090-4A1C-FED0-3F5B-9789937975B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564234" y="2046069"/>
                  <a:ext cx="239400" cy="15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24AB14D5-B734-ACD7-0DA7-3F82000D3CF7}"/>
                    </a:ext>
                  </a:extLst>
                </p14:cNvPr>
                <p14:cNvContentPartPr/>
                <p14:nvPr/>
              </p14:nvContentPartPr>
              <p14:xfrm>
                <a:off x="13761154" y="2088909"/>
                <a:ext cx="574200" cy="58932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24AB14D5-B734-ACD7-0DA7-3F82000D3C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743154" y="2071269"/>
                  <a:ext cx="609840" cy="62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5279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E6D7B60-4324-4E8D-CA30-71A03BB2BF3E}"/>
                  </a:ext>
                </a:extLst>
              </p14:cNvPr>
              <p14:cNvContentPartPr/>
              <p14:nvPr/>
            </p14:nvContentPartPr>
            <p14:xfrm>
              <a:off x="-862046" y="3387789"/>
              <a:ext cx="360" cy="36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E6D7B60-4324-4E8D-CA30-71A03BB2BF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8166" y="338166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B7A6214-2062-6EF4-A9BB-B1506CC7B6CA}"/>
                  </a:ext>
                </a:extLst>
              </p14:cNvPr>
              <p14:cNvContentPartPr/>
              <p14:nvPr/>
            </p14:nvContentPartPr>
            <p14:xfrm>
              <a:off x="9301114" y="1694709"/>
              <a:ext cx="78840" cy="71460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B7A6214-2062-6EF4-A9BB-B1506CC7B6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94994" y="1688589"/>
                <a:ext cx="9108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DDFC5D1-BC39-0DCF-C7B2-65F9D5B32C57}"/>
                  </a:ext>
                </a:extLst>
              </p14:cNvPr>
              <p14:cNvContentPartPr/>
              <p14:nvPr/>
            </p14:nvContentPartPr>
            <p14:xfrm>
              <a:off x="8508394" y="2087109"/>
              <a:ext cx="836280" cy="52272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DDFC5D1-BC39-0DCF-C7B2-65F9D5B32C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02274" y="2080989"/>
                <a:ext cx="84852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529FC4DE-CEC6-AD79-E73F-634B5C811DAA}"/>
                  </a:ext>
                </a:extLst>
              </p14:cNvPr>
              <p14:cNvContentPartPr/>
              <p14:nvPr/>
            </p14:nvContentPartPr>
            <p14:xfrm>
              <a:off x="9397234" y="2530629"/>
              <a:ext cx="627120" cy="58428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529FC4DE-CEC6-AD79-E73F-634B5C811D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91114" y="2524509"/>
                <a:ext cx="63936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5652A992-0A67-0B43-C65A-03F70E4DA1C9}"/>
                  </a:ext>
                </a:extLst>
              </p14:cNvPr>
              <p14:cNvContentPartPr/>
              <p14:nvPr/>
            </p14:nvContentPartPr>
            <p14:xfrm>
              <a:off x="8673994" y="118629"/>
              <a:ext cx="1594080" cy="72324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5652A992-0A67-0B43-C65A-03F70E4DA1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67874" y="112509"/>
                <a:ext cx="1606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3DA40B53-5827-5F17-B176-8D672CFB607B}"/>
                  </a:ext>
                </a:extLst>
              </p14:cNvPr>
              <p14:cNvContentPartPr/>
              <p14:nvPr/>
            </p14:nvContentPartPr>
            <p14:xfrm>
              <a:off x="7731514" y="-30771"/>
              <a:ext cx="3328920" cy="156060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3DA40B53-5827-5F17-B176-8D672CFB60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25394" y="-36891"/>
                <a:ext cx="3341160" cy="15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2BD52088-8B72-6692-4190-D0A301C585B3}"/>
                  </a:ext>
                </a:extLst>
              </p14:cNvPr>
              <p14:cNvContentPartPr/>
              <p14:nvPr/>
            </p14:nvContentPartPr>
            <p14:xfrm>
              <a:off x="911674" y="2146509"/>
              <a:ext cx="1180800" cy="92520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2BD52088-8B72-6692-4190-D0A301C585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5554" y="2140389"/>
                <a:ext cx="1193040" cy="9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8D840AF4-40AB-2113-35D4-0FB58627E3C5}"/>
                  </a:ext>
                </a:extLst>
              </p14:cNvPr>
              <p14:cNvContentPartPr/>
              <p14:nvPr/>
            </p14:nvContentPartPr>
            <p14:xfrm>
              <a:off x="1419994" y="3061989"/>
              <a:ext cx="9000" cy="436320"/>
            </p14:xfrm>
          </p:contentPart>
        </mc:Choice>
        <mc:Fallback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8D840AF4-40AB-2113-35D4-0FB58627E3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13874" y="3055869"/>
                <a:ext cx="2124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47FDDB0C-A4AB-9B25-2402-07E4B06F6AB6}"/>
                  </a:ext>
                </a:extLst>
              </p14:cNvPr>
              <p14:cNvContentPartPr/>
              <p14:nvPr/>
            </p14:nvContentPartPr>
            <p14:xfrm>
              <a:off x="1088794" y="3375909"/>
              <a:ext cx="348840" cy="244080"/>
            </p14:xfrm>
          </p:contentPart>
        </mc:Choice>
        <mc:Fallback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47FDDB0C-A4AB-9B25-2402-07E4B06F6A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2674" y="3369789"/>
                <a:ext cx="3610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43B89DF6-848B-FEC4-CCC7-005ECBD2B058}"/>
                  </a:ext>
                </a:extLst>
              </p14:cNvPr>
              <p14:cNvContentPartPr/>
              <p14:nvPr/>
            </p14:nvContentPartPr>
            <p14:xfrm>
              <a:off x="1411354" y="3471669"/>
              <a:ext cx="226800" cy="43920"/>
            </p14:xfrm>
          </p:contentPart>
        </mc:Choice>
        <mc:Fallback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43B89DF6-848B-FEC4-CCC7-005ECBD2B0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05234" y="3465549"/>
                <a:ext cx="239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254794C0-0459-BBD0-3508-CC53ADE4201C}"/>
                  </a:ext>
                </a:extLst>
              </p14:cNvPr>
              <p14:cNvContentPartPr/>
              <p14:nvPr/>
            </p14:nvContentPartPr>
            <p14:xfrm>
              <a:off x="1255114" y="3593349"/>
              <a:ext cx="243360" cy="250560"/>
            </p14:xfrm>
          </p:contentPart>
        </mc:Choice>
        <mc:Fallback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254794C0-0459-BBD0-3508-CC53ADE420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48994" y="3587229"/>
                <a:ext cx="2556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1D6D68FB-1B4F-40F7-79FA-68FA9BA56E73}"/>
                  </a:ext>
                </a:extLst>
              </p14:cNvPr>
              <p14:cNvContentPartPr/>
              <p14:nvPr/>
            </p14:nvContentPartPr>
            <p14:xfrm>
              <a:off x="1436914" y="3602349"/>
              <a:ext cx="322920" cy="174240"/>
            </p14:xfrm>
          </p:contentPart>
        </mc:Choice>
        <mc:Fallback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1D6D68FB-1B4F-40F7-79FA-68FA9BA56E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30794" y="3596229"/>
                <a:ext cx="33516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DEE1F5D2-830B-DF09-3BAE-D03A95BF1969}"/>
              </a:ext>
            </a:extLst>
          </p:cNvPr>
          <p:cNvGrpSpPr/>
          <p:nvPr/>
        </p:nvGrpSpPr>
        <p:grpSpPr>
          <a:xfrm>
            <a:off x="7415434" y="661509"/>
            <a:ext cx="3026520" cy="2706840"/>
            <a:chOff x="11002834" y="1204389"/>
            <a:chExt cx="3026520" cy="270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80E52F6E-DEE3-C245-0B12-B97C2D232551}"/>
                    </a:ext>
                  </a:extLst>
                </p14:cNvPr>
                <p14:cNvContentPartPr/>
                <p14:nvPr/>
              </p14:nvContentPartPr>
              <p14:xfrm>
                <a:off x="12871234" y="2725389"/>
                <a:ext cx="727560" cy="16344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80E52F6E-DEE3-C245-0B12-B97C2D2325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65114" y="2719269"/>
                  <a:ext cx="739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B0CD77D-9B1A-4D73-8E5B-042AA4FBA474}"/>
                    </a:ext>
                  </a:extLst>
                </p14:cNvPr>
                <p14:cNvContentPartPr/>
                <p14:nvPr/>
              </p14:nvContentPartPr>
              <p14:xfrm>
                <a:off x="12057994" y="2969469"/>
                <a:ext cx="909360" cy="94176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B0CD77D-9B1A-4D73-8E5B-042AA4FBA4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051874" y="2963349"/>
                  <a:ext cx="92160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086FBB40-0515-3D00-EE96-65EA7B42BFDB}"/>
                    </a:ext>
                  </a:extLst>
                </p14:cNvPr>
                <p14:cNvContentPartPr/>
                <p14:nvPr/>
              </p14:nvContentPartPr>
              <p14:xfrm>
                <a:off x="12218194" y="1204389"/>
                <a:ext cx="1498680" cy="96840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086FBB40-0515-3D00-EE96-65EA7B42BF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12074" y="1198269"/>
                  <a:ext cx="1510920" cy="9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8C71E0A4-C9B8-9F99-7F1F-44F5D29DDE4B}"/>
                    </a:ext>
                  </a:extLst>
                </p14:cNvPr>
                <p14:cNvContentPartPr/>
                <p14:nvPr/>
              </p14:nvContentPartPr>
              <p14:xfrm>
                <a:off x="11832274" y="1464309"/>
                <a:ext cx="469800" cy="43776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8C71E0A4-C9B8-9F99-7F1F-44F5D29DDE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26154" y="1458189"/>
                  <a:ext cx="4820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7655A0DA-001D-F082-15F9-3B3B6B4174E1}"/>
                    </a:ext>
                  </a:extLst>
                </p14:cNvPr>
                <p14:cNvContentPartPr/>
                <p14:nvPr/>
              </p14:nvContentPartPr>
              <p14:xfrm>
                <a:off x="13539394" y="1460709"/>
                <a:ext cx="489960" cy="31536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7655A0DA-001D-F082-15F9-3B3B6B4174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533274" y="1454589"/>
                  <a:ext cx="5022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CD23194D-228A-227B-6768-1CBDAB2F1F0C}"/>
                    </a:ext>
                  </a:extLst>
                </p14:cNvPr>
                <p14:cNvContentPartPr/>
                <p14:nvPr/>
              </p14:nvContentPartPr>
              <p14:xfrm>
                <a:off x="11242594" y="1349469"/>
                <a:ext cx="360" cy="36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CD23194D-228A-227B-6768-1CBDAB2F1F0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36474" y="134334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8AB9BEAC-487A-0039-934A-A8B45ECE5177}"/>
                    </a:ext>
                  </a:extLst>
                </p14:cNvPr>
                <p14:cNvContentPartPr/>
                <p14:nvPr/>
              </p14:nvContentPartPr>
              <p14:xfrm>
                <a:off x="11005354" y="1349109"/>
                <a:ext cx="237600" cy="42300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8AB9BEAC-487A-0039-934A-A8B45ECE517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99234" y="1342989"/>
                  <a:ext cx="2498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B4462A58-1E8F-FC45-CDC0-A2B7F1B4DA89}"/>
                    </a:ext>
                  </a:extLst>
                </p14:cNvPr>
                <p14:cNvContentPartPr/>
                <p14:nvPr/>
              </p14:nvContentPartPr>
              <p14:xfrm>
                <a:off x="11154034" y="2115549"/>
                <a:ext cx="332640" cy="36864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B4462A58-1E8F-FC45-CDC0-A2B7F1B4DA8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47914" y="2109429"/>
                  <a:ext cx="344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2372C47F-D24C-3A28-3677-1D2EC17F3CF8}"/>
                    </a:ext>
                  </a:extLst>
                </p14:cNvPr>
                <p14:cNvContentPartPr/>
                <p14:nvPr/>
              </p14:nvContentPartPr>
              <p14:xfrm>
                <a:off x="11002834" y="2664909"/>
                <a:ext cx="588240" cy="46692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2372C47F-D24C-3A28-3677-1D2EC17F3CF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96714" y="2658789"/>
                  <a:ext cx="600480" cy="47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BB144412-FEF4-91EA-A793-01E4FCD13BFE}"/>
                  </a:ext>
                </a:extLst>
              </p14:cNvPr>
              <p14:cNvContentPartPr/>
              <p14:nvPr/>
            </p14:nvContentPartPr>
            <p14:xfrm>
              <a:off x="7132474" y="1016109"/>
              <a:ext cx="366480" cy="104400"/>
            </p14:xfrm>
          </p:contentPart>
        </mc:Choice>
        <mc:Fallback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BB144412-FEF4-91EA-A793-01E4FCD13BF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126354" y="1009989"/>
                <a:ext cx="378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80C5FC9D-ACBB-A056-E59C-8B573F999108}"/>
                  </a:ext>
                </a:extLst>
              </p14:cNvPr>
              <p14:cNvContentPartPr/>
              <p14:nvPr/>
            </p14:nvContentPartPr>
            <p14:xfrm>
              <a:off x="6549634" y="646749"/>
              <a:ext cx="304920" cy="320760"/>
            </p14:xfrm>
          </p:contentPart>
        </mc:Choice>
        <mc:Fallback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80C5FC9D-ACBB-A056-E59C-8B573F99910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43514" y="640629"/>
                <a:ext cx="317160" cy="3330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EC6D6B36-99DD-ADFE-C1E2-452658D68A3E}"/>
              </a:ext>
            </a:extLst>
          </p:cNvPr>
          <p:cNvSpPr txBox="1"/>
          <p:nvPr/>
        </p:nvSpPr>
        <p:spPr>
          <a:xfrm>
            <a:off x="6549634" y="66150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逛街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23844CC-1DB5-5A5B-7863-6FD3815E75C7}"/>
              </a:ext>
            </a:extLst>
          </p:cNvPr>
          <p:cNvSpPr txBox="1"/>
          <p:nvPr/>
        </p:nvSpPr>
        <p:spPr>
          <a:xfrm>
            <a:off x="6447344" y="13990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吃飯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3B99588-B292-5833-B5F4-EB7073A5FD5C}"/>
              </a:ext>
            </a:extLst>
          </p:cNvPr>
          <p:cNvSpPr txBox="1"/>
          <p:nvPr/>
        </p:nvSpPr>
        <p:spPr>
          <a:xfrm>
            <a:off x="6548404" y="217847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看電影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38A130A-8563-F64E-01A8-87F09C93520D}"/>
              </a:ext>
            </a:extLst>
          </p:cNvPr>
          <p:cNvSpPr txBox="1"/>
          <p:nvPr/>
        </p:nvSpPr>
        <p:spPr>
          <a:xfrm>
            <a:off x="6982756" y="30100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講垃圾話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BE56D503-FD51-F8A9-B0C9-95169BC9F584}"/>
              </a:ext>
            </a:extLst>
          </p:cNvPr>
          <p:cNvSpPr txBox="1"/>
          <p:nvPr/>
        </p:nvSpPr>
        <p:spPr>
          <a:xfrm>
            <a:off x="3020851" y="180256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變女朋友的效果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FB6029B-00A0-092F-278B-9B95C95A3F8A}"/>
              </a:ext>
            </a:extLst>
          </p:cNvPr>
          <p:cNvSpPr/>
          <p:nvPr/>
        </p:nvSpPr>
        <p:spPr>
          <a:xfrm>
            <a:off x="8714674" y="4995771"/>
            <a:ext cx="1997400" cy="2412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外部系統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4B7568B-AA12-4788-C44A-480382E9F5CA}"/>
              </a:ext>
            </a:extLst>
          </p:cNvPr>
          <p:cNvSpPr txBox="1"/>
          <p:nvPr/>
        </p:nvSpPr>
        <p:spPr>
          <a:xfrm>
            <a:off x="7247563" y="526790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725FC491-1E3A-30DA-5269-CAD4DF59E808}"/>
              </a:ext>
            </a:extLst>
          </p:cNvPr>
          <p:cNvSpPr txBox="1"/>
          <p:nvPr/>
        </p:nvSpPr>
        <p:spPr>
          <a:xfrm>
            <a:off x="7265344" y="603861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2C7424E-EC04-7269-BC4F-C6670E7FBA39}"/>
              </a:ext>
            </a:extLst>
          </p:cNvPr>
          <p:cNvSpPr txBox="1"/>
          <p:nvPr/>
        </p:nvSpPr>
        <p:spPr>
          <a:xfrm>
            <a:off x="7256100" y="674401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zh-TW" alt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4" name="筆跡 63">
                <a:extLst>
                  <a:ext uri="{FF2B5EF4-FFF2-40B4-BE49-F238E27FC236}">
                    <a16:creationId xmlns:a16="http://schemas.microsoft.com/office/drawing/2014/main" id="{AC2A74A7-40C0-B1C1-A3FD-1E0E4347CD08}"/>
                  </a:ext>
                </a:extLst>
              </p14:cNvPr>
              <p14:cNvContentPartPr/>
              <p14:nvPr/>
            </p14:nvContentPartPr>
            <p14:xfrm>
              <a:off x="1088794" y="5666932"/>
              <a:ext cx="1180800" cy="925200"/>
            </p14:xfrm>
          </p:contentPart>
        </mc:Choice>
        <mc:Fallback>
          <p:pic>
            <p:nvPicPr>
              <p:cNvPr id="64" name="筆跡 63">
                <a:extLst>
                  <a:ext uri="{FF2B5EF4-FFF2-40B4-BE49-F238E27FC236}">
                    <a16:creationId xmlns:a16="http://schemas.microsoft.com/office/drawing/2014/main" id="{AC2A74A7-40C0-B1C1-A3FD-1E0E4347CD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82674" y="5660812"/>
                <a:ext cx="1193040" cy="9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5" name="筆跡 64">
                <a:extLst>
                  <a:ext uri="{FF2B5EF4-FFF2-40B4-BE49-F238E27FC236}">
                    <a16:creationId xmlns:a16="http://schemas.microsoft.com/office/drawing/2014/main" id="{7EF886AE-9669-B9B4-2237-46BAF6CE6EF3}"/>
                  </a:ext>
                </a:extLst>
              </p14:cNvPr>
              <p14:cNvContentPartPr/>
              <p14:nvPr/>
            </p14:nvContentPartPr>
            <p14:xfrm>
              <a:off x="1597114" y="6582412"/>
              <a:ext cx="9000" cy="436320"/>
            </p14:xfrm>
          </p:contentPart>
        </mc:Choice>
        <mc:Fallback>
          <p:pic>
            <p:nvPicPr>
              <p:cNvPr id="65" name="筆跡 64">
                <a:extLst>
                  <a:ext uri="{FF2B5EF4-FFF2-40B4-BE49-F238E27FC236}">
                    <a16:creationId xmlns:a16="http://schemas.microsoft.com/office/drawing/2014/main" id="{7EF886AE-9669-B9B4-2237-46BAF6CE6E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90994" y="6576292"/>
                <a:ext cx="2124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6" name="筆跡 65">
                <a:extLst>
                  <a:ext uri="{FF2B5EF4-FFF2-40B4-BE49-F238E27FC236}">
                    <a16:creationId xmlns:a16="http://schemas.microsoft.com/office/drawing/2014/main" id="{6A1A6C03-E9EF-2BB7-8351-FE072CDC45BC}"/>
                  </a:ext>
                </a:extLst>
              </p14:cNvPr>
              <p14:cNvContentPartPr/>
              <p14:nvPr/>
            </p14:nvContentPartPr>
            <p14:xfrm>
              <a:off x="1265914" y="6896332"/>
              <a:ext cx="348840" cy="244080"/>
            </p14:xfrm>
          </p:contentPart>
        </mc:Choice>
        <mc:Fallback>
          <p:pic>
            <p:nvPicPr>
              <p:cNvPr id="66" name="筆跡 65">
                <a:extLst>
                  <a:ext uri="{FF2B5EF4-FFF2-40B4-BE49-F238E27FC236}">
                    <a16:creationId xmlns:a16="http://schemas.microsoft.com/office/drawing/2014/main" id="{6A1A6C03-E9EF-2BB7-8351-FE072CDC45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59794" y="6890212"/>
                <a:ext cx="3610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7" name="筆跡 66">
                <a:extLst>
                  <a:ext uri="{FF2B5EF4-FFF2-40B4-BE49-F238E27FC236}">
                    <a16:creationId xmlns:a16="http://schemas.microsoft.com/office/drawing/2014/main" id="{1F91DCA8-61D8-DCC3-6F4B-040195BD3EE5}"/>
                  </a:ext>
                </a:extLst>
              </p14:cNvPr>
              <p14:cNvContentPartPr/>
              <p14:nvPr/>
            </p14:nvContentPartPr>
            <p14:xfrm>
              <a:off x="1588474" y="6992092"/>
              <a:ext cx="226800" cy="43920"/>
            </p14:xfrm>
          </p:contentPart>
        </mc:Choice>
        <mc:Fallback>
          <p:pic>
            <p:nvPicPr>
              <p:cNvPr id="67" name="筆跡 66">
                <a:extLst>
                  <a:ext uri="{FF2B5EF4-FFF2-40B4-BE49-F238E27FC236}">
                    <a16:creationId xmlns:a16="http://schemas.microsoft.com/office/drawing/2014/main" id="{1F91DCA8-61D8-DCC3-6F4B-040195BD3E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82354" y="6985972"/>
                <a:ext cx="239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8" name="筆跡 67">
                <a:extLst>
                  <a:ext uri="{FF2B5EF4-FFF2-40B4-BE49-F238E27FC236}">
                    <a16:creationId xmlns:a16="http://schemas.microsoft.com/office/drawing/2014/main" id="{D1786282-7065-71A5-0573-C7D353007E26}"/>
                  </a:ext>
                </a:extLst>
              </p14:cNvPr>
              <p14:cNvContentPartPr/>
              <p14:nvPr/>
            </p14:nvContentPartPr>
            <p14:xfrm>
              <a:off x="1432234" y="7113772"/>
              <a:ext cx="243360" cy="250560"/>
            </p14:xfrm>
          </p:contentPart>
        </mc:Choice>
        <mc:Fallback>
          <p:pic>
            <p:nvPicPr>
              <p:cNvPr id="68" name="筆跡 67">
                <a:extLst>
                  <a:ext uri="{FF2B5EF4-FFF2-40B4-BE49-F238E27FC236}">
                    <a16:creationId xmlns:a16="http://schemas.microsoft.com/office/drawing/2014/main" id="{D1786282-7065-71A5-0573-C7D353007E2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26114" y="7107652"/>
                <a:ext cx="2556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9" name="筆跡 68">
                <a:extLst>
                  <a:ext uri="{FF2B5EF4-FFF2-40B4-BE49-F238E27FC236}">
                    <a16:creationId xmlns:a16="http://schemas.microsoft.com/office/drawing/2014/main" id="{02F8274B-B915-86C9-6540-1A1B204EDA6D}"/>
                  </a:ext>
                </a:extLst>
              </p14:cNvPr>
              <p14:cNvContentPartPr/>
              <p14:nvPr/>
            </p14:nvContentPartPr>
            <p14:xfrm>
              <a:off x="1614034" y="7122772"/>
              <a:ext cx="322920" cy="174240"/>
            </p14:xfrm>
          </p:contentPart>
        </mc:Choice>
        <mc:Fallback>
          <p:pic>
            <p:nvPicPr>
              <p:cNvPr id="69" name="筆跡 68">
                <a:extLst>
                  <a:ext uri="{FF2B5EF4-FFF2-40B4-BE49-F238E27FC236}">
                    <a16:creationId xmlns:a16="http://schemas.microsoft.com/office/drawing/2014/main" id="{02F8274B-B915-86C9-6540-1A1B204EDA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7914" y="7116652"/>
                <a:ext cx="335160" cy="18648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文字方塊 70">
            <a:extLst>
              <a:ext uri="{FF2B5EF4-FFF2-40B4-BE49-F238E27FC236}">
                <a16:creationId xmlns:a16="http://schemas.microsoft.com/office/drawing/2014/main" id="{B8FF8F12-6485-E80D-4B16-78947D890D0C}"/>
              </a:ext>
            </a:extLst>
          </p:cNvPr>
          <p:cNvSpPr txBox="1"/>
          <p:nvPr/>
        </p:nvSpPr>
        <p:spPr>
          <a:xfrm>
            <a:off x="3320684" y="5498739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查詢用戶資料</a:t>
            </a:r>
            <a:endParaRPr lang="en-US" altLang="zh-TW" sz="2400" dirty="0"/>
          </a:p>
          <a:p>
            <a:r>
              <a:rPr lang="zh-TW" altLang="en-US" sz="2400" dirty="0"/>
              <a:t>更新用戶身分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CB5AC5E-A9A2-AB2B-F5C9-18306648F9E9}"/>
              </a:ext>
            </a:extLst>
          </p:cNvPr>
          <p:cNvSpPr/>
          <p:nvPr/>
        </p:nvSpPr>
        <p:spPr>
          <a:xfrm>
            <a:off x="4920874" y="7205675"/>
            <a:ext cx="1062446" cy="107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技術文件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3" name="筆跡 72">
                <a:extLst>
                  <a:ext uri="{FF2B5EF4-FFF2-40B4-BE49-F238E27FC236}">
                    <a16:creationId xmlns:a16="http://schemas.microsoft.com/office/drawing/2014/main" id="{2EB73A5E-1D23-FB3B-8733-4B4CD616EEFE}"/>
                  </a:ext>
                </a:extLst>
              </p14:cNvPr>
              <p14:cNvContentPartPr/>
              <p14:nvPr/>
            </p14:nvContentPartPr>
            <p14:xfrm>
              <a:off x="2307754" y="6280029"/>
              <a:ext cx="1167840" cy="335880"/>
            </p14:xfrm>
          </p:contentPart>
        </mc:Choice>
        <mc:Fallback>
          <p:pic>
            <p:nvPicPr>
              <p:cNvPr id="73" name="筆跡 72">
                <a:extLst>
                  <a:ext uri="{FF2B5EF4-FFF2-40B4-BE49-F238E27FC236}">
                    <a16:creationId xmlns:a16="http://schemas.microsoft.com/office/drawing/2014/main" id="{2EB73A5E-1D23-FB3B-8733-4B4CD616EEF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290114" y="6262029"/>
                <a:ext cx="12034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74" name="筆跡 73">
                <a:extLst>
                  <a:ext uri="{FF2B5EF4-FFF2-40B4-BE49-F238E27FC236}">
                    <a16:creationId xmlns:a16="http://schemas.microsoft.com/office/drawing/2014/main" id="{BAECF870-8550-3498-9CD2-9C4EA62E2197}"/>
                  </a:ext>
                </a:extLst>
              </p14:cNvPr>
              <p14:cNvContentPartPr/>
              <p14:nvPr/>
            </p14:nvContentPartPr>
            <p14:xfrm>
              <a:off x="4189474" y="6115869"/>
              <a:ext cx="3030480" cy="2061000"/>
            </p14:xfrm>
          </p:contentPart>
        </mc:Choice>
        <mc:Fallback>
          <p:pic>
            <p:nvPicPr>
              <p:cNvPr id="74" name="筆跡 73">
                <a:extLst>
                  <a:ext uri="{FF2B5EF4-FFF2-40B4-BE49-F238E27FC236}">
                    <a16:creationId xmlns:a16="http://schemas.microsoft.com/office/drawing/2014/main" id="{BAECF870-8550-3498-9CD2-9C4EA62E219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171474" y="6098229"/>
                <a:ext cx="3066120" cy="20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6" name="筆跡 75">
                <a:extLst>
                  <a:ext uri="{FF2B5EF4-FFF2-40B4-BE49-F238E27FC236}">
                    <a16:creationId xmlns:a16="http://schemas.microsoft.com/office/drawing/2014/main" id="{E317C169-F3F1-D659-69E0-88674A5DAAD6}"/>
                  </a:ext>
                </a:extLst>
              </p14:cNvPr>
              <p14:cNvContentPartPr/>
              <p14:nvPr/>
            </p14:nvContentPartPr>
            <p14:xfrm>
              <a:off x="6714514" y="6406389"/>
              <a:ext cx="636480" cy="383400"/>
            </p14:xfrm>
          </p:contentPart>
        </mc:Choice>
        <mc:Fallback>
          <p:pic>
            <p:nvPicPr>
              <p:cNvPr id="76" name="筆跡 75">
                <a:extLst>
                  <a:ext uri="{FF2B5EF4-FFF2-40B4-BE49-F238E27FC236}">
                    <a16:creationId xmlns:a16="http://schemas.microsoft.com/office/drawing/2014/main" id="{E317C169-F3F1-D659-69E0-88674A5DAAD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96514" y="6388389"/>
                <a:ext cx="6721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7" name="筆跡 76">
                <a:extLst>
                  <a:ext uri="{FF2B5EF4-FFF2-40B4-BE49-F238E27FC236}">
                    <a16:creationId xmlns:a16="http://schemas.microsoft.com/office/drawing/2014/main" id="{F2D92F93-2EBA-1257-DC54-8F4EE6525C7F}"/>
                  </a:ext>
                </a:extLst>
              </p14:cNvPr>
              <p14:cNvContentPartPr/>
              <p14:nvPr/>
            </p14:nvContentPartPr>
            <p14:xfrm>
              <a:off x="-557126" y="5589"/>
              <a:ext cx="360" cy="360"/>
            </p14:xfrm>
          </p:contentPart>
        </mc:Choice>
        <mc:Fallback>
          <p:pic>
            <p:nvPicPr>
              <p:cNvPr id="77" name="筆跡 76">
                <a:extLst>
                  <a:ext uri="{FF2B5EF4-FFF2-40B4-BE49-F238E27FC236}">
                    <a16:creationId xmlns:a16="http://schemas.microsoft.com/office/drawing/2014/main" id="{F2D92F93-2EBA-1257-DC54-8F4EE6525C7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-574766" y="-124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8" name="筆跡 77">
                <a:extLst>
                  <a:ext uri="{FF2B5EF4-FFF2-40B4-BE49-F238E27FC236}">
                    <a16:creationId xmlns:a16="http://schemas.microsoft.com/office/drawing/2014/main" id="{56F1A44D-6B45-A39F-FEB7-8D94CA1F551D}"/>
                  </a:ext>
                </a:extLst>
              </p14:cNvPr>
              <p14:cNvContentPartPr/>
              <p14:nvPr/>
            </p14:nvContentPartPr>
            <p14:xfrm>
              <a:off x="-1106486" y="2412189"/>
              <a:ext cx="360" cy="360"/>
            </p14:xfrm>
          </p:contentPart>
        </mc:Choice>
        <mc:Fallback>
          <p:pic>
            <p:nvPicPr>
              <p:cNvPr id="78" name="筆跡 77">
                <a:extLst>
                  <a:ext uri="{FF2B5EF4-FFF2-40B4-BE49-F238E27FC236}">
                    <a16:creationId xmlns:a16="http://schemas.microsoft.com/office/drawing/2014/main" id="{56F1A44D-6B45-A39F-FEB7-8D94CA1F551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-1124126" y="239418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9028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4EBE0-A9AC-BFD0-1741-67224BAE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2DC5836D-EBAE-9377-A742-BD3AFA75EBBE}"/>
                  </a:ext>
                </a:extLst>
              </p14:cNvPr>
              <p14:cNvContentPartPr/>
              <p14:nvPr/>
            </p14:nvContentPartPr>
            <p14:xfrm>
              <a:off x="-862046" y="3387789"/>
              <a:ext cx="360" cy="36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2DC5836D-EBAE-9377-A742-BD3AFA75EB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8166" y="338166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8B035A33-1520-648E-AF5F-7D12AA8FF862}"/>
                  </a:ext>
                </a:extLst>
              </p14:cNvPr>
              <p14:cNvContentPartPr/>
              <p14:nvPr/>
            </p14:nvContentPartPr>
            <p14:xfrm>
              <a:off x="9301114" y="1694709"/>
              <a:ext cx="78840" cy="71460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8B035A33-1520-648E-AF5F-7D12AA8FF8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4994" y="1688589"/>
                <a:ext cx="9108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08C73950-22E6-E149-A505-F9CB483E3431}"/>
                  </a:ext>
                </a:extLst>
              </p14:cNvPr>
              <p14:cNvContentPartPr/>
              <p14:nvPr/>
            </p14:nvContentPartPr>
            <p14:xfrm>
              <a:off x="8508394" y="2087109"/>
              <a:ext cx="836280" cy="52272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08C73950-22E6-E149-A505-F9CB483E34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02274" y="2080989"/>
                <a:ext cx="84852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8D95A23F-7437-6F40-F9BE-C4307A952C55}"/>
                  </a:ext>
                </a:extLst>
              </p14:cNvPr>
              <p14:cNvContentPartPr/>
              <p14:nvPr/>
            </p14:nvContentPartPr>
            <p14:xfrm>
              <a:off x="9397234" y="2530629"/>
              <a:ext cx="627120" cy="58428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8D95A23F-7437-6F40-F9BE-C4307A952C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91114" y="2524509"/>
                <a:ext cx="63936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53F67AF8-737F-5661-331A-01EE8B34E669}"/>
                  </a:ext>
                </a:extLst>
              </p14:cNvPr>
              <p14:cNvContentPartPr/>
              <p14:nvPr/>
            </p14:nvContentPartPr>
            <p14:xfrm>
              <a:off x="8673994" y="118629"/>
              <a:ext cx="1594080" cy="72324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53F67AF8-737F-5661-331A-01EE8B34E6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67874" y="112512"/>
                <a:ext cx="1606320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18F5F05D-88D6-4ABC-1FC1-AC239C93E8C8}"/>
                  </a:ext>
                </a:extLst>
              </p14:cNvPr>
              <p14:cNvContentPartPr/>
              <p14:nvPr/>
            </p14:nvContentPartPr>
            <p14:xfrm>
              <a:off x="7731514" y="-30771"/>
              <a:ext cx="3328920" cy="156060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18F5F05D-88D6-4ABC-1FC1-AC239C93E8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25394" y="-36890"/>
                <a:ext cx="3341160" cy="1572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EDE5DE77-A7C6-99BA-CB61-BAE29C153A08}"/>
                  </a:ext>
                </a:extLst>
              </p14:cNvPr>
              <p14:cNvContentPartPr/>
              <p14:nvPr/>
            </p14:nvContentPartPr>
            <p14:xfrm>
              <a:off x="911674" y="2146509"/>
              <a:ext cx="1180800" cy="92520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EDE5DE77-A7C6-99BA-CB61-BAE29C153A0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5554" y="2140387"/>
                <a:ext cx="1193040" cy="937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0AC85E02-EA91-55D0-0CBC-BE0EF20E2CA8}"/>
                  </a:ext>
                </a:extLst>
              </p14:cNvPr>
              <p14:cNvContentPartPr/>
              <p14:nvPr/>
            </p14:nvContentPartPr>
            <p14:xfrm>
              <a:off x="1419994" y="3061989"/>
              <a:ext cx="9000" cy="436320"/>
            </p14:xfrm>
          </p:contentPart>
        </mc:Choice>
        <mc:Fallback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0AC85E02-EA91-55D0-0CBC-BE0EF20E2CA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13874" y="3055864"/>
                <a:ext cx="21240" cy="4485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88577166-3E85-C802-4C7D-A7ACD3DA58C5}"/>
                  </a:ext>
                </a:extLst>
              </p14:cNvPr>
              <p14:cNvContentPartPr/>
              <p14:nvPr/>
            </p14:nvContentPartPr>
            <p14:xfrm>
              <a:off x="1088794" y="3375909"/>
              <a:ext cx="348840" cy="244080"/>
            </p14:xfrm>
          </p:contentPart>
        </mc:Choice>
        <mc:Fallback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88577166-3E85-C802-4C7D-A7ACD3DA58C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2674" y="3369780"/>
                <a:ext cx="361080" cy="256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9F7D786B-9678-993E-BBCA-A0F72376D9E1}"/>
                  </a:ext>
                </a:extLst>
              </p14:cNvPr>
              <p14:cNvContentPartPr/>
              <p14:nvPr/>
            </p14:nvContentPartPr>
            <p14:xfrm>
              <a:off x="1411354" y="3471669"/>
              <a:ext cx="226800" cy="43920"/>
            </p14:xfrm>
          </p:contentPart>
        </mc:Choice>
        <mc:Fallback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9F7D786B-9678-993E-BBCA-A0F72376D9E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05234" y="3465549"/>
                <a:ext cx="239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31695354-C98E-0C58-161A-11D5147B93C9}"/>
                  </a:ext>
                </a:extLst>
              </p14:cNvPr>
              <p14:cNvContentPartPr/>
              <p14:nvPr/>
            </p14:nvContentPartPr>
            <p14:xfrm>
              <a:off x="1255114" y="3593349"/>
              <a:ext cx="243360" cy="250560"/>
            </p14:xfrm>
          </p:contentPart>
        </mc:Choice>
        <mc:Fallback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31695354-C98E-0C58-161A-11D5147B93C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48994" y="3587238"/>
                <a:ext cx="255600" cy="262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5F4B8D0E-63FC-83B3-FCFC-9EEDFEAEB9B8}"/>
                  </a:ext>
                </a:extLst>
              </p14:cNvPr>
              <p14:cNvContentPartPr/>
              <p14:nvPr/>
            </p14:nvContentPartPr>
            <p14:xfrm>
              <a:off x="1436914" y="3602349"/>
              <a:ext cx="322920" cy="174240"/>
            </p14:xfrm>
          </p:contentPart>
        </mc:Choice>
        <mc:Fallback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5F4B8D0E-63FC-83B3-FCFC-9EEDFEAEB9B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30794" y="3596229"/>
                <a:ext cx="33516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309718DA-8B47-A304-80BD-4C101F14FEF3}"/>
              </a:ext>
            </a:extLst>
          </p:cNvPr>
          <p:cNvGrpSpPr/>
          <p:nvPr/>
        </p:nvGrpSpPr>
        <p:grpSpPr>
          <a:xfrm>
            <a:off x="7415434" y="661509"/>
            <a:ext cx="3026520" cy="2706840"/>
            <a:chOff x="11002834" y="1204389"/>
            <a:chExt cx="3026520" cy="270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1A050839-40F7-6E64-767F-13C9E0D05890}"/>
                    </a:ext>
                  </a:extLst>
                </p14:cNvPr>
                <p14:cNvContentPartPr/>
                <p14:nvPr/>
              </p14:nvContentPartPr>
              <p14:xfrm>
                <a:off x="12871234" y="2725389"/>
                <a:ext cx="727560" cy="16344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1A050839-40F7-6E64-767F-13C9E0D0589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865114" y="2719269"/>
                  <a:ext cx="739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D064499-A74B-D8E1-0C0D-C0F89BEF7FA5}"/>
                    </a:ext>
                  </a:extLst>
                </p14:cNvPr>
                <p14:cNvContentPartPr/>
                <p14:nvPr/>
              </p14:nvContentPartPr>
              <p14:xfrm>
                <a:off x="12057994" y="2969469"/>
                <a:ext cx="909360" cy="94176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D064499-A74B-D8E1-0C0D-C0F89BEF7F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051874" y="2963349"/>
                  <a:ext cx="92160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BF3D053B-2941-A4DF-5AA3-1ECBCCE20E3E}"/>
                    </a:ext>
                  </a:extLst>
                </p14:cNvPr>
                <p14:cNvContentPartPr/>
                <p14:nvPr/>
              </p14:nvContentPartPr>
              <p14:xfrm>
                <a:off x="12218194" y="1204389"/>
                <a:ext cx="1498680" cy="96840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BF3D053B-2941-A4DF-5AA3-1ECBCCE20E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212073" y="1198269"/>
                  <a:ext cx="1510923" cy="9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2B2DBF7D-384D-078C-BABF-B8A7B3F7BCA1}"/>
                    </a:ext>
                  </a:extLst>
                </p14:cNvPr>
                <p14:cNvContentPartPr/>
                <p14:nvPr/>
              </p14:nvContentPartPr>
              <p14:xfrm>
                <a:off x="11832274" y="1464309"/>
                <a:ext cx="469800" cy="43776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2B2DBF7D-384D-078C-BABF-B8A7B3F7BCA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826154" y="1458189"/>
                  <a:ext cx="4820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D1BF1B1-2F4E-FA6C-9038-0FE00E03E8FA}"/>
                    </a:ext>
                  </a:extLst>
                </p14:cNvPr>
                <p14:cNvContentPartPr/>
                <p14:nvPr/>
              </p14:nvContentPartPr>
              <p14:xfrm>
                <a:off x="13539394" y="1460709"/>
                <a:ext cx="489960" cy="31536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D1BF1B1-2F4E-FA6C-9038-0FE00E03E8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533274" y="1454589"/>
                  <a:ext cx="5022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F02BBE11-2C53-0E70-FAE5-193EC88A43D4}"/>
                    </a:ext>
                  </a:extLst>
                </p14:cNvPr>
                <p14:cNvContentPartPr/>
                <p14:nvPr/>
              </p14:nvContentPartPr>
              <p14:xfrm>
                <a:off x="11242594" y="1349469"/>
                <a:ext cx="360" cy="36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F02BBE11-2C53-0E70-FAE5-193EC88A43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236474" y="134334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606F5D37-A22D-C619-89B5-25A3B7DBF694}"/>
                    </a:ext>
                  </a:extLst>
                </p14:cNvPr>
                <p14:cNvContentPartPr/>
                <p14:nvPr/>
              </p14:nvContentPartPr>
              <p14:xfrm>
                <a:off x="11005354" y="1349109"/>
                <a:ext cx="237600" cy="42300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606F5D37-A22D-C619-89B5-25A3B7DBF6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99243" y="1342989"/>
                  <a:ext cx="249821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9CC3D050-14AF-EA75-DC15-651956AFD302}"/>
                    </a:ext>
                  </a:extLst>
                </p14:cNvPr>
                <p14:cNvContentPartPr/>
                <p14:nvPr/>
              </p14:nvContentPartPr>
              <p14:xfrm>
                <a:off x="11154034" y="2115549"/>
                <a:ext cx="332640" cy="36864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9CC3D050-14AF-EA75-DC15-651956AFD3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47914" y="2109429"/>
                  <a:ext cx="344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C4DA5F9A-E148-F813-7352-E07D8438DFD7}"/>
                    </a:ext>
                  </a:extLst>
                </p14:cNvPr>
                <p14:cNvContentPartPr/>
                <p14:nvPr/>
              </p14:nvContentPartPr>
              <p14:xfrm>
                <a:off x="11002834" y="2664909"/>
                <a:ext cx="588240" cy="46692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C4DA5F9A-E148-F813-7352-E07D8438DFD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96718" y="2658789"/>
                  <a:ext cx="600473" cy="47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38E78802-5EAC-D07F-9C27-69B25D8D37F3}"/>
                  </a:ext>
                </a:extLst>
              </p14:cNvPr>
              <p14:cNvContentPartPr/>
              <p14:nvPr/>
            </p14:nvContentPartPr>
            <p14:xfrm>
              <a:off x="7132474" y="1016109"/>
              <a:ext cx="366480" cy="104400"/>
            </p14:xfrm>
          </p:contentPart>
        </mc:Choice>
        <mc:Fallback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38E78802-5EAC-D07F-9C27-69B25D8D37F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126348" y="1009989"/>
                <a:ext cx="378732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858BD173-E112-F2CF-BE77-DF45A4081355}"/>
                  </a:ext>
                </a:extLst>
              </p14:cNvPr>
              <p14:cNvContentPartPr/>
              <p14:nvPr/>
            </p14:nvContentPartPr>
            <p14:xfrm>
              <a:off x="6549634" y="646749"/>
              <a:ext cx="304920" cy="320760"/>
            </p14:xfrm>
          </p:contentPart>
        </mc:Choice>
        <mc:Fallback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858BD173-E112-F2CF-BE77-DF45A40813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43514" y="640636"/>
                <a:ext cx="317160" cy="332986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32F77D94-D6C0-51E5-7235-B80121136D81}"/>
              </a:ext>
            </a:extLst>
          </p:cNvPr>
          <p:cNvSpPr txBox="1"/>
          <p:nvPr/>
        </p:nvSpPr>
        <p:spPr>
          <a:xfrm>
            <a:off x="6549634" y="66150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逛街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8476643-F1B4-1BAF-6413-E072FAE7451D}"/>
              </a:ext>
            </a:extLst>
          </p:cNvPr>
          <p:cNvSpPr txBox="1"/>
          <p:nvPr/>
        </p:nvSpPr>
        <p:spPr>
          <a:xfrm>
            <a:off x="6447344" y="13990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吃飯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7DA9BA9-F80A-D2FE-F8C6-D53C6E7083E1}"/>
              </a:ext>
            </a:extLst>
          </p:cNvPr>
          <p:cNvSpPr txBox="1"/>
          <p:nvPr/>
        </p:nvSpPr>
        <p:spPr>
          <a:xfrm>
            <a:off x="6548404" y="217847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看電影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D8B4D06-87BC-BFE7-36CA-C0CA2B6169BD}"/>
              </a:ext>
            </a:extLst>
          </p:cNvPr>
          <p:cNvSpPr txBox="1"/>
          <p:nvPr/>
        </p:nvSpPr>
        <p:spPr>
          <a:xfrm>
            <a:off x="6982756" y="30100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講垃圾話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63A6353-8B60-01C0-9213-18F656D4C01A}"/>
              </a:ext>
            </a:extLst>
          </p:cNvPr>
          <p:cNvSpPr txBox="1"/>
          <p:nvPr/>
        </p:nvSpPr>
        <p:spPr>
          <a:xfrm>
            <a:off x="3020851" y="180256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變女朋友的效果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0C45ACF-7002-63A1-E259-139687B82A1B}"/>
              </a:ext>
            </a:extLst>
          </p:cNvPr>
          <p:cNvSpPr/>
          <p:nvPr/>
        </p:nvSpPr>
        <p:spPr>
          <a:xfrm>
            <a:off x="8714674" y="4995771"/>
            <a:ext cx="1997400" cy="2412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外部系統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A728685-EDB7-7858-B8B0-1B483115D403}"/>
              </a:ext>
            </a:extLst>
          </p:cNvPr>
          <p:cNvSpPr txBox="1"/>
          <p:nvPr/>
        </p:nvSpPr>
        <p:spPr>
          <a:xfrm>
            <a:off x="7247563" y="526790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5489D25-2E06-2B64-6E75-5CA23B1DF46B}"/>
              </a:ext>
            </a:extLst>
          </p:cNvPr>
          <p:cNvSpPr txBox="1"/>
          <p:nvPr/>
        </p:nvSpPr>
        <p:spPr>
          <a:xfrm>
            <a:off x="7265344" y="603861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BD374AB-34C2-0001-1484-49F8AD3B75A9}"/>
              </a:ext>
            </a:extLst>
          </p:cNvPr>
          <p:cNvSpPr txBox="1"/>
          <p:nvPr/>
        </p:nvSpPr>
        <p:spPr>
          <a:xfrm>
            <a:off x="7256100" y="674401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zh-TW" alt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4" name="筆跡 63">
                <a:extLst>
                  <a:ext uri="{FF2B5EF4-FFF2-40B4-BE49-F238E27FC236}">
                    <a16:creationId xmlns:a16="http://schemas.microsoft.com/office/drawing/2014/main" id="{CD3CBCCF-0E78-9D55-CB93-F9325166CA17}"/>
                  </a:ext>
                </a:extLst>
              </p14:cNvPr>
              <p14:cNvContentPartPr/>
              <p14:nvPr/>
            </p14:nvContentPartPr>
            <p14:xfrm>
              <a:off x="1088794" y="5666932"/>
              <a:ext cx="1180800" cy="925200"/>
            </p14:xfrm>
          </p:contentPart>
        </mc:Choice>
        <mc:Fallback>
          <p:pic>
            <p:nvPicPr>
              <p:cNvPr id="64" name="筆跡 63">
                <a:extLst>
                  <a:ext uri="{FF2B5EF4-FFF2-40B4-BE49-F238E27FC236}">
                    <a16:creationId xmlns:a16="http://schemas.microsoft.com/office/drawing/2014/main" id="{CD3CBCCF-0E78-9D55-CB93-F9325166CA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2674" y="5660810"/>
                <a:ext cx="1193040" cy="937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5" name="筆跡 64">
                <a:extLst>
                  <a:ext uri="{FF2B5EF4-FFF2-40B4-BE49-F238E27FC236}">
                    <a16:creationId xmlns:a16="http://schemas.microsoft.com/office/drawing/2014/main" id="{993C2F82-3553-BC6A-1194-7398792EBCDB}"/>
                  </a:ext>
                </a:extLst>
              </p14:cNvPr>
              <p14:cNvContentPartPr/>
              <p14:nvPr/>
            </p14:nvContentPartPr>
            <p14:xfrm>
              <a:off x="1597114" y="6582412"/>
              <a:ext cx="9000" cy="436320"/>
            </p14:xfrm>
          </p:contentPart>
        </mc:Choice>
        <mc:Fallback>
          <p:pic>
            <p:nvPicPr>
              <p:cNvPr id="65" name="筆跡 64">
                <a:extLst>
                  <a:ext uri="{FF2B5EF4-FFF2-40B4-BE49-F238E27FC236}">
                    <a16:creationId xmlns:a16="http://schemas.microsoft.com/office/drawing/2014/main" id="{993C2F82-3553-BC6A-1194-7398792EBCD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90994" y="6576287"/>
                <a:ext cx="21240" cy="4485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6" name="筆跡 65">
                <a:extLst>
                  <a:ext uri="{FF2B5EF4-FFF2-40B4-BE49-F238E27FC236}">
                    <a16:creationId xmlns:a16="http://schemas.microsoft.com/office/drawing/2014/main" id="{DA429C03-1AE6-FA64-DF3B-E2324E54C7EF}"/>
                  </a:ext>
                </a:extLst>
              </p14:cNvPr>
              <p14:cNvContentPartPr/>
              <p14:nvPr/>
            </p14:nvContentPartPr>
            <p14:xfrm>
              <a:off x="1265914" y="6896332"/>
              <a:ext cx="348840" cy="244080"/>
            </p14:xfrm>
          </p:contentPart>
        </mc:Choice>
        <mc:Fallback>
          <p:pic>
            <p:nvPicPr>
              <p:cNvPr id="66" name="筆跡 65">
                <a:extLst>
                  <a:ext uri="{FF2B5EF4-FFF2-40B4-BE49-F238E27FC236}">
                    <a16:creationId xmlns:a16="http://schemas.microsoft.com/office/drawing/2014/main" id="{DA429C03-1AE6-FA64-DF3B-E2324E54C7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59794" y="6890203"/>
                <a:ext cx="361080" cy="256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7" name="筆跡 66">
                <a:extLst>
                  <a:ext uri="{FF2B5EF4-FFF2-40B4-BE49-F238E27FC236}">
                    <a16:creationId xmlns:a16="http://schemas.microsoft.com/office/drawing/2014/main" id="{B53FFB20-6427-8739-5C2E-A8E2CF9F3A0F}"/>
                  </a:ext>
                </a:extLst>
              </p14:cNvPr>
              <p14:cNvContentPartPr/>
              <p14:nvPr/>
            </p14:nvContentPartPr>
            <p14:xfrm>
              <a:off x="1588474" y="6992092"/>
              <a:ext cx="226800" cy="43920"/>
            </p14:xfrm>
          </p:contentPart>
        </mc:Choice>
        <mc:Fallback>
          <p:pic>
            <p:nvPicPr>
              <p:cNvPr id="67" name="筆跡 66">
                <a:extLst>
                  <a:ext uri="{FF2B5EF4-FFF2-40B4-BE49-F238E27FC236}">
                    <a16:creationId xmlns:a16="http://schemas.microsoft.com/office/drawing/2014/main" id="{B53FFB20-6427-8739-5C2E-A8E2CF9F3A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82354" y="6985972"/>
                <a:ext cx="239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8" name="筆跡 67">
                <a:extLst>
                  <a:ext uri="{FF2B5EF4-FFF2-40B4-BE49-F238E27FC236}">
                    <a16:creationId xmlns:a16="http://schemas.microsoft.com/office/drawing/2014/main" id="{CE9A86D1-B05D-9FA5-FC4B-1C5335113AF7}"/>
                  </a:ext>
                </a:extLst>
              </p14:cNvPr>
              <p14:cNvContentPartPr/>
              <p14:nvPr/>
            </p14:nvContentPartPr>
            <p14:xfrm>
              <a:off x="1432234" y="7113772"/>
              <a:ext cx="243360" cy="250560"/>
            </p14:xfrm>
          </p:contentPart>
        </mc:Choice>
        <mc:Fallback>
          <p:pic>
            <p:nvPicPr>
              <p:cNvPr id="68" name="筆跡 67">
                <a:extLst>
                  <a:ext uri="{FF2B5EF4-FFF2-40B4-BE49-F238E27FC236}">
                    <a16:creationId xmlns:a16="http://schemas.microsoft.com/office/drawing/2014/main" id="{CE9A86D1-B05D-9FA5-FC4B-1C5335113AF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26114" y="7107661"/>
                <a:ext cx="255600" cy="262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9" name="筆跡 68">
                <a:extLst>
                  <a:ext uri="{FF2B5EF4-FFF2-40B4-BE49-F238E27FC236}">
                    <a16:creationId xmlns:a16="http://schemas.microsoft.com/office/drawing/2014/main" id="{D048786A-72F4-E6CA-9109-F458BFDF1CDC}"/>
                  </a:ext>
                </a:extLst>
              </p14:cNvPr>
              <p14:cNvContentPartPr/>
              <p14:nvPr/>
            </p14:nvContentPartPr>
            <p14:xfrm>
              <a:off x="1614034" y="7122772"/>
              <a:ext cx="322920" cy="174240"/>
            </p14:xfrm>
          </p:contentPart>
        </mc:Choice>
        <mc:Fallback>
          <p:pic>
            <p:nvPicPr>
              <p:cNvPr id="69" name="筆跡 68">
                <a:extLst>
                  <a:ext uri="{FF2B5EF4-FFF2-40B4-BE49-F238E27FC236}">
                    <a16:creationId xmlns:a16="http://schemas.microsoft.com/office/drawing/2014/main" id="{D048786A-72F4-E6CA-9109-F458BFDF1CD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07914" y="7116652"/>
                <a:ext cx="335160" cy="18648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文字方塊 70">
            <a:extLst>
              <a:ext uri="{FF2B5EF4-FFF2-40B4-BE49-F238E27FC236}">
                <a16:creationId xmlns:a16="http://schemas.microsoft.com/office/drawing/2014/main" id="{463115A1-3F1E-6BC7-866D-350B38D456B1}"/>
              </a:ext>
            </a:extLst>
          </p:cNvPr>
          <p:cNvSpPr txBox="1"/>
          <p:nvPr/>
        </p:nvSpPr>
        <p:spPr>
          <a:xfrm>
            <a:off x="3320684" y="5498739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查詢用戶資料</a:t>
            </a:r>
            <a:endParaRPr lang="en-US" altLang="zh-TW" sz="2400" dirty="0"/>
          </a:p>
          <a:p>
            <a:r>
              <a:rPr lang="zh-TW" altLang="en-US" sz="2400" dirty="0"/>
              <a:t>更新用戶身分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7" name="筆跡 76">
                <a:extLst>
                  <a:ext uri="{FF2B5EF4-FFF2-40B4-BE49-F238E27FC236}">
                    <a16:creationId xmlns:a16="http://schemas.microsoft.com/office/drawing/2014/main" id="{5F6E9BF8-2A0B-874C-CFC9-818607CF8867}"/>
                  </a:ext>
                </a:extLst>
              </p14:cNvPr>
              <p14:cNvContentPartPr/>
              <p14:nvPr/>
            </p14:nvContentPartPr>
            <p14:xfrm>
              <a:off x="-557126" y="5589"/>
              <a:ext cx="360" cy="360"/>
            </p14:xfrm>
          </p:contentPart>
        </mc:Choice>
        <mc:Fallback>
          <p:pic>
            <p:nvPicPr>
              <p:cNvPr id="77" name="筆跡 76">
                <a:extLst>
                  <a:ext uri="{FF2B5EF4-FFF2-40B4-BE49-F238E27FC236}">
                    <a16:creationId xmlns:a16="http://schemas.microsoft.com/office/drawing/2014/main" id="{5F6E9BF8-2A0B-874C-CFC9-818607CF886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-575126" y="-124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8" name="筆跡 77">
                <a:extLst>
                  <a:ext uri="{FF2B5EF4-FFF2-40B4-BE49-F238E27FC236}">
                    <a16:creationId xmlns:a16="http://schemas.microsoft.com/office/drawing/2014/main" id="{A01F948E-8DAD-DDCB-4F14-A6E0E2ADCAE0}"/>
                  </a:ext>
                </a:extLst>
              </p14:cNvPr>
              <p14:cNvContentPartPr/>
              <p14:nvPr/>
            </p14:nvContentPartPr>
            <p14:xfrm>
              <a:off x="-1106486" y="2412189"/>
              <a:ext cx="360" cy="360"/>
            </p14:xfrm>
          </p:contentPart>
        </mc:Choice>
        <mc:Fallback>
          <p:pic>
            <p:nvPicPr>
              <p:cNvPr id="78" name="筆跡 77">
                <a:extLst>
                  <a:ext uri="{FF2B5EF4-FFF2-40B4-BE49-F238E27FC236}">
                    <a16:creationId xmlns:a16="http://schemas.microsoft.com/office/drawing/2014/main" id="{A01F948E-8DAD-DDCB-4F14-A6E0E2ADCAE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-1124486" y="239418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2DF17335-1C23-439D-18FE-574D5666AFDA}"/>
                  </a:ext>
                </a:extLst>
              </p14:cNvPr>
              <p14:cNvContentPartPr/>
              <p14:nvPr/>
            </p14:nvContentPartPr>
            <p14:xfrm>
              <a:off x="5847634" y="2821371"/>
              <a:ext cx="605520" cy="30204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2DF17335-1C23-439D-18FE-574D5666AFD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829994" y="2803371"/>
                <a:ext cx="6411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3E011C5-A684-6381-FDE6-AC10E057A7D4}"/>
                  </a:ext>
                </a:extLst>
              </p14:cNvPr>
              <p14:cNvContentPartPr/>
              <p14:nvPr/>
            </p14:nvContentPartPr>
            <p14:xfrm>
              <a:off x="5215834" y="3187131"/>
              <a:ext cx="18360" cy="64512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3E011C5-A684-6381-FDE6-AC10E057A7D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97834" y="3169131"/>
                <a:ext cx="54000" cy="6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E1948DD6-C140-72DC-911C-38FC85C247CA}"/>
                  </a:ext>
                </a:extLst>
              </p14:cNvPr>
              <p14:cNvContentPartPr/>
              <p14:nvPr/>
            </p14:nvContentPartPr>
            <p14:xfrm>
              <a:off x="5285674" y="3883731"/>
              <a:ext cx="819360" cy="9648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E1948DD6-C140-72DC-911C-38FC85C247C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267674" y="3865731"/>
                <a:ext cx="8550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CAE9BD50-D674-B94A-630F-1A3CBFBAAB76}"/>
                  </a:ext>
                </a:extLst>
              </p14:cNvPr>
              <p14:cNvContentPartPr/>
              <p14:nvPr/>
            </p14:nvContentPartPr>
            <p14:xfrm>
              <a:off x="5277034" y="3092091"/>
              <a:ext cx="869760" cy="77220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CAE9BD50-D674-B94A-630F-1A3CBFBAAB7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259394" y="3074091"/>
                <a:ext cx="90540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2" name="筆跡 41">
                <a:extLst>
                  <a:ext uri="{FF2B5EF4-FFF2-40B4-BE49-F238E27FC236}">
                    <a16:creationId xmlns:a16="http://schemas.microsoft.com/office/drawing/2014/main" id="{3B116975-CB0B-F65B-722C-7A41DD62FC2B}"/>
                  </a:ext>
                </a:extLst>
              </p14:cNvPr>
              <p14:cNvContentPartPr/>
              <p14:nvPr/>
            </p14:nvContentPartPr>
            <p14:xfrm>
              <a:off x="3916594" y="3728211"/>
              <a:ext cx="961560" cy="1410120"/>
            </p14:xfrm>
          </p:contentPart>
        </mc:Choice>
        <mc:Fallback>
          <p:pic>
            <p:nvPicPr>
              <p:cNvPr id="42" name="筆跡 41">
                <a:extLst>
                  <a:ext uri="{FF2B5EF4-FFF2-40B4-BE49-F238E27FC236}">
                    <a16:creationId xmlns:a16="http://schemas.microsoft.com/office/drawing/2014/main" id="{3B116975-CB0B-F65B-722C-7A41DD62FC2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898954" y="3710571"/>
                <a:ext cx="997200" cy="14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6" name="筆跡 45">
                <a:extLst>
                  <a:ext uri="{FF2B5EF4-FFF2-40B4-BE49-F238E27FC236}">
                    <a16:creationId xmlns:a16="http://schemas.microsoft.com/office/drawing/2014/main" id="{9C692EC5-2571-1B87-9360-ADCEA08A4335}"/>
                  </a:ext>
                </a:extLst>
              </p14:cNvPr>
              <p14:cNvContentPartPr/>
              <p14:nvPr/>
            </p14:nvContentPartPr>
            <p14:xfrm>
              <a:off x="1689274" y="2777811"/>
              <a:ext cx="2534400" cy="1402560"/>
            </p14:xfrm>
          </p:contentPart>
        </mc:Choice>
        <mc:Fallback>
          <p:pic>
            <p:nvPicPr>
              <p:cNvPr id="46" name="筆跡 45">
                <a:extLst>
                  <a:ext uri="{FF2B5EF4-FFF2-40B4-BE49-F238E27FC236}">
                    <a16:creationId xmlns:a16="http://schemas.microsoft.com/office/drawing/2014/main" id="{9C692EC5-2571-1B87-9360-ADCEA08A433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671274" y="2759811"/>
                <a:ext cx="2570040" cy="14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8" name="筆跡 47">
                <a:extLst>
                  <a:ext uri="{FF2B5EF4-FFF2-40B4-BE49-F238E27FC236}">
                    <a16:creationId xmlns:a16="http://schemas.microsoft.com/office/drawing/2014/main" id="{FA959A8F-AD0F-B45B-1A22-FF11AA99C927}"/>
                  </a:ext>
                </a:extLst>
              </p14:cNvPr>
              <p14:cNvContentPartPr/>
              <p14:nvPr/>
            </p14:nvContentPartPr>
            <p14:xfrm>
              <a:off x="4737394" y="1850811"/>
              <a:ext cx="1718640" cy="2199240"/>
            </p14:xfrm>
          </p:contentPart>
        </mc:Choice>
        <mc:Fallback>
          <p:pic>
            <p:nvPicPr>
              <p:cNvPr id="48" name="筆跡 47">
                <a:extLst>
                  <a:ext uri="{FF2B5EF4-FFF2-40B4-BE49-F238E27FC236}">
                    <a16:creationId xmlns:a16="http://schemas.microsoft.com/office/drawing/2014/main" id="{FA959A8F-AD0F-B45B-1A22-FF11AA99C92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19394" y="1832811"/>
                <a:ext cx="1754280" cy="22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1" name="筆跡 50">
                <a:extLst>
                  <a:ext uri="{FF2B5EF4-FFF2-40B4-BE49-F238E27FC236}">
                    <a16:creationId xmlns:a16="http://schemas.microsoft.com/office/drawing/2014/main" id="{6C8DCD27-8BB1-91BB-5CBB-F90DEE017F0A}"/>
                  </a:ext>
                </a:extLst>
              </p14:cNvPr>
              <p14:cNvContentPartPr/>
              <p14:nvPr/>
            </p14:nvContentPartPr>
            <p14:xfrm>
              <a:off x="5982994" y="2412411"/>
              <a:ext cx="444240" cy="130680"/>
            </p14:xfrm>
          </p:contentPart>
        </mc:Choice>
        <mc:Fallback>
          <p:pic>
            <p:nvPicPr>
              <p:cNvPr id="51" name="筆跡 50">
                <a:extLst>
                  <a:ext uri="{FF2B5EF4-FFF2-40B4-BE49-F238E27FC236}">
                    <a16:creationId xmlns:a16="http://schemas.microsoft.com/office/drawing/2014/main" id="{6C8DCD27-8BB1-91BB-5CBB-F90DEE017F0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964994" y="2394411"/>
                <a:ext cx="47988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群組 52">
            <a:extLst>
              <a:ext uri="{FF2B5EF4-FFF2-40B4-BE49-F238E27FC236}">
                <a16:creationId xmlns:a16="http://schemas.microsoft.com/office/drawing/2014/main" id="{846E92C7-F67C-E18E-1761-7687B52F4BF2}"/>
              </a:ext>
            </a:extLst>
          </p:cNvPr>
          <p:cNvGrpSpPr/>
          <p:nvPr/>
        </p:nvGrpSpPr>
        <p:grpSpPr>
          <a:xfrm>
            <a:off x="2583154" y="2342571"/>
            <a:ext cx="3948480" cy="1646640"/>
            <a:chOff x="2583154" y="2342571"/>
            <a:chExt cx="3948480" cy="164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74405366-F1BE-E252-C724-CC5BF0FDFB87}"/>
                    </a:ext>
                  </a:extLst>
                </p14:cNvPr>
                <p14:cNvContentPartPr/>
                <p14:nvPr/>
              </p14:nvContentPartPr>
              <p14:xfrm>
                <a:off x="5408074" y="3374691"/>
                <a:ext cx="277920" cy="26748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74405366-F1BE-E252-C724-CC5BF0FDFB8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90434" y="3357051"/>
                  <a:ext cx="313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82EBA43C-3FAD-289F-D08C-DBC2FC62F815}"/>
                    </a:ext>
                  </a:extLst>
                </p14:cNvPr>
                <p14:cNvContentPartPr/>
                <p14:nvPr/>
              </p14:nvContentPartPr>
              <p14:xfrm>
                <a:off x="5703634" y="3281811"/>
                <a:ext cx="256320" cy="44208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82EBA43C-3FAD-289F-D08C-DBC2FC62F81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85634" y="3263811"/>
                  <a:ext cx="2919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EF513F68-1A6B-22AC-E35A-3C30B9E72B85}"/>
                    </a:ext>
                  </a:extLst>
                </p14:cNvPr>
                <p14:cNvContentPartPr/>
                <p14:nvPr/>
              </p14:nvContentPartPr>
              <p14:xfrm>
                <a:off x="5834674" y="3561891"/>
                <a:ext cx="331560" cy="15660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EF513F68-1A6B-22AC-E35A-3C30B9E72B8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17034" y="3543891"/>
                  <a:ext cx="367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04B9EA7A-BD4A-0153-B3E6-011656BAD799}"/>
                    </a:ext>
                  </a:extLst>
                </p14:cNvPr>
                <p14:cNvContentPartPr/>
                <p14:nvPr/>
              </p14:nvContentPartPr>
              <p14:xfrm>
                <a:off x="2583154" y="2342571"/>
                <a:ext cx="3948480" cy="164664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04B9EA7A-BD4A-0153-B3E6-011656BAD79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65514" y="2324931"/>
                  <a:ext cx="3984120" cy="168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5" name="筆跡 54">
                <a:extLst>
                  <a:ext uri="{FF2B5EF4-FFF2-40B4-BE49-F238E27FC236}">
                    <a16:creationId xmlns:a16="http://schemas.microsoft.com/office/drawing/2014/main" id="{4520B78B-1563-E42E-8EBF-6603D75B7FA5}"/>
                  </a:ext>
                </a:extLst>
              </p14:cNvPr>
              <p14:cNvContentPartPr/>
              <p14:nvPr/>
            </p14:nvContentPartPr>
            <p14:xfrm>
              <a:off x="6807034" y="4716051"/>
              <a:ext cx="1097640" cy="2737080"/>
            </p14:xfrm>
          </p:contentPart>
        </mc:Choice>
        <mc:Fallback>
          <p:pic>
            <p:nvPicPr>
              <p:cNvPr id="55" name="筆跡 54">
                <a:extLst>
                  <a:ext uri="{FF2B5EF4-FFF2-40B4-BE49-F238E27FC236}">
                    <a16:creationId xmlns:a16="http://schemas.microsoft.com/office/drawing/2014/main" id="{4520B78B-1563-E42E-8EBF-6603D75B7FA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789034" y="4698051"/>
                <a:ext cx="1133280" cy="27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0" name="筆跡 69">
                <a:extLst>
                  <a:ext uri="{FF2B5EF4-FFF2-40B4-BE49-F238E27FC236}">
                    <a16:creationId xmlns:a16="http://schemas.microsoft.com/office/drawing/2014/main" id="{3DF5D02D-804B-28D8-E1F4-5B33A1BA8B61}"/>
                  </a:ext>
                </a:extLst>
              </p14:cNvPr>
              <p14:cNvContentPartPr/>
              <p14:nvPr/>
            </p14:nvContentPartPr>
            <p14:xfrm>
              <a:off x="6156514" y="8316771"/>
              <a:ext cx="360" cy="357480"/>
            </p14:xfrm>
          </p:contentPart>
        </mc:Choice>
        <mc:Fallback>
          <p:pic>
            <p:nvPicPr>
              <p:cNvPr id="70" name="筆跡 69">
                <a:extLst>
                  <a:ext uri="{FF2B5EF4-FFF2-40B4-BE49-F238E27FC236}">
                    <a16:creationId xmlns:a16="http://schemas.microsoft.com/office/drawing/2014/main" id="{3DF5D02D-804B-28D8-E1F4-5B33A1BA8B6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38514" y="8298771"/>
                <a:ext cx="3600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5" name="筆跡 74">
                <a:extLst>
                  <a:ext uri="{FF2B5EF4-FFF2-40B4-BE49-F238E27FC236}">
                    <a16:creationId xmlns:a16="http://schemas.microsoft.com/office/drawing/2014/main" id="{2F49552A-5350-3924-6354-71192FFEE19D}"/>
                  </a:ext>
                </a:extLst>
              </p14:cNvPr>
              <p14:cNvContentPartPr/>
              <p14:nvPr/>
            </p14:nvContentPartPr>
            <p14:xfrm>
              <a:off x="6191434" y="8368611"/>
              <a:ext cx="360" cy="360"/>
            </p14:xfrm>
          </p:contentPart>
        </mc:Choice>
        <mc:Fallback>
          <p:pic>
            <p:nvPicPr>
              <p:cNvPr id="75" name="筆跡 74">
                <a:extLst>
                  <a:ext uri="{FF2B5EF4-FFF2-40B4-BE49-F238E27FC236}">
                    <a16:creationId xmlns:a16="http://schemas.microsoft.com/office/drawing/2014/main" id="{2F49552A-5350-3924-6354-71192FFEE1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173794" y="835097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1" name="筆跡 80">
                <a:extLst>
                  <a:ext uri="{FF2B5EF4-FFF2-40B4-BE49-F238E27FC236}">
                    <a16:creationId xmlns:a16="http://schemas.microsoft.com/office/drawing/2014/main" id="{F5DB60E2-B7EA-F797-1AE0-B8FB796FE085}"/>
                  </a:ext>
                </a:extLst>
              </p14:cNvPr>
              <p14:cNvContentPartPr/>
              <p14:nvPr/>
            </p14:nvContentPartPr>
            <p14:xfrm>
              <a:off x="1724194" y="5015931"/>
              <a:ext cx="360" cy="360"/>
            </p14:xfrm>
          </p:contentPart>
        </mc:Choice>
        <mc:Fallback>
          <p:pic>
            <p:nvPicPr>
              <p:cNvPr id="81" name="筆跡 80">
                <a:extLst>
                  <a:ext uri="{FF2B5EF4-FFF2-40B4-BE49-F238E27FC236}">
                    <a16:creationId xmlns:a16="http://schemas.microsoft.com/office/drawing/2014/main" id="{F5DB60E2-B7EA-F797-1AE0-B8FB796FE08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06554" y="499829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85" name="筆跡 84">
                <a:extLst>
                  <a:ext uri="{FF2B5EF4-FFF2-40B4-BE49-F238E27FC236}">
                    <a16:creationId xmlns:a16="http://schemas.microsoft.com/office/drawing/2014/main" id="{5A5DB7CA-D3A2-A260-97E5-62A6FD6DB9F2}"/>
                  </a:ext>
                </a:extLst>
              </p14:cNvPr>
              <p14:cNvContentPartPr/>
              <p14:nvPr/>
            </p14:nvContentPartPr>
            <p14:xfrm>
              <a:off x="5869954" y="7838331"/>
              <a:ext cx="1114200" cy="1114200"/>
            </p14:xfrm>
          </p:contentPart>
        </mc:Choice>
        <mc:Fallback>
          <p:pic>
            <p:nvPicPr>
              <p:cNvPr id="85" name="筆跡 84">
                <a:extLst>
                  <a:ext uri="{FF2B5EF4-FFF2-40B4-BE49-F238E27FC236}">
                    <a16:creationId xmlns:a16="http://schemas.microsoft.com/office/drawing/2014/main" id="{5A5DB7CA-D3A2-A260-97E5-62A6FD6DB9F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851954" y="7820331"/>
                <a:ext cx="1149840" cy="11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87" name="筆跡 86">
                <a:extLst>
                  <a:ext uri="{FF2B5EF4-FFF2-40B4-BE49-F238E27FC236}">
                    <a16:creationId xmlns:a16="http://schemas.microsoft.com/office/drawing/2014/main" id="{45B06D19-7557-EBAD-5749-1E758B121DD2}"/>
                  </a:ext>
                </a:extLst>
              </p14:cNvPr>
              <p14:cNvContentPartPr/>
              <p14:nvPr/>
            </p14:nvContentPartPr>
            <p14:xfrm>
              <a:off x="5773474" y="8752011"/>
              <a:ext cx="340200" cy="78840"/>
            </p14:xfrm>
          </p:contentPart>
        </mc:Choice>
        <mc:Fallback>
          <p:pic>
            <p:nvPicPr>
              <p:cNvPr id="87" name="筆跡 86">
                <a:extLst>
                  <a:ext uri="{FF2B5EF4-FFF2-40B4-BE49-F238E27FC236}">
                    <a16:creationId xmlns:a16="http://schemas.microsoft.com/office/drawing/2014/main" id="{45B06D19-7557-EBAD-5749-1E758B121DD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755474" y="8734011"/>
                <a:ext cx="3758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99" name="筆跡 98">
                <a:extLst>
                  <a:ext uri="{FF2B5EF4-FFF2-40B4-BE49-F238E27FC236}">
                    <a16:creationId xmlns:a16="http://schemas.microsoft.com/office/drawing/2014/main" id="{5C753F55-0013-9FF5-9A04-8D918A1E99BC}"/>
                  </a:ext>
                </a:extLst>
              </p14:cNvPr>
              <p14:cNvContentPartPr/>
              <p14:nvPr/>
            </p14:nvContentPartPr>
            <p14:xfrm>
              <a:off x="6740434" y="8080971"/>
              <a:ext cx="270360" cy="9720"/>
            </p14:xfrm>
          </p:contentPart>
        </mc:Choice>
        <mc:Fallback>
          <p:pic>
            <p:nvPicPr>
              <p:cNvPr id="99" name="筆跡 98">
                <a:extLst>
                  <a:ext uri="{FF2B5EF4-FFF2-40B4-BE49-F238E27FC236}">
                    <a16:creationId xmlns:a16="http://schemas.microsoft.com/office/drawing/2014/main" id="{5C753F55-0013-9FF5-9A04-8D918A1E99B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722434" y="8062971"/>
                <a:ext cx="306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01" name="筆跡 100">
                <a:extLst>
                  <a:ext uri="{FF2B5EF4-FFF2-40B4-BE49-F238E27FC236}">
                    <a16:creationId xmlns:a16="http://schemas.microsoft.com/office/drawing/2014/main" id="{9BA2CF3E-4BCF-A95F-6D93-53D12119ACB2}"/>
                  </a:ext>
                </a:extLst>
              </p14:cNvPr>
              <p14:cNvContentPartPr/>
              <p14:nvPr/>
            </p14:nvContentPartPr>
            <p14:xfrm>
              <a:off x="7012594" y="7994571"/>
              <a:ext cx="217440" cy="208800"/>
            </p14:xfrm>
          </p:contentPart>
        </mc:Choice>
        <mc:Fallback>
          <p:pic>
            <p:nvPicPr>
              <p:cNvPr id="101" name="筆跡 100">
                <a:extLst>
                  <a:ext uri="{FF2B5EF4-FFF2-40B4-BE49-F238E27FC236}">
                    <a16:creationId xmlns:a16="http://schemas.microsoft.com/office/drawing/2014/main" id="{9BA2CF3E-4BCF-A95F-6D93-53D12119ACB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994594" y="7976571"/>
                <a:ext cx="2530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03" name="筆跡 102">
                <a:extLst>
                  <a:ext uri="{FF2B5EF4-FFF2-40B4-BE49-F238E27FC236}">
                    <a16:creationId xmlns:a16="http://schemas.microsoft.com/office/drawing/2014/main" id="{02289356-E09B-5FC5-F12E-021818924E5C}"/>
                  </a:ext>
                </a:extLst>
              </p14:cNvPr>
              <p14:cNvContentPartPr/>
              <p14:nvPr/>
            </p14:nvContentPartPr>
            <p14:xfrm>
              <a:off x="6583114" y="8220651"/>
              <a:ext cx="636480" cy="253440"/>
            </p14:xfrm>
          </p:contentPart>
        </mc:Choice>
        <mc:Fallback>
          <p:pic>
            <p:nvPicPr>
              <p:cNvPr id="103" name="筆跡 102">
                <a:extLst>
                  <a:ext uri="{FF2B5EF4-FFF2-40B4-BE49-F238E27FC236}">
                    <a16:creationId xmlns:a16="http://schemas.microsoft.com/office/drawing/2014/main" id="{02289356-E09B-5FC5-F12E-021818924E5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565114" y="8202651"/>
                <a:ext cx="6721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16" name="筆跡 115">
                <a:extLst>
                  <a:ext uri="{FF2B5EF4-FFF2-40B4-BE49-F238E27FC236}">
                    <a16:creationId xmlns:a16="http://schemas.microsoft.com/office/drawing/2014/main" id="{CDF34996-862D-0957-5707-01ABFE0B7069}"/>
                  </a:ext>
                </a:extLst>
              </p14:cNvPr>
              <p14:cNvContentPartPr/>
              <p14:nvPr/>
            </p14:nvContentPartPr>
            <p14:xfrm>
              <a:off x="2447074" y="7879011"/>
              <a:ext cx="1344960" cy="995760"/>
            </p14:xfrm>
          </p:contentPart>
        </mc:Choice>
        <mc:Fallback>
          <p:pic>
            <p:nvPicPr>
              <p:cNvPr id="116" name="筆跡 115">
                <a:extLst>
                  <a:ext uri="{FF2B5EF4-FFF2-40B4-BE49-F238E27FC236}">
                    <a16:creationId xmlns:a16="http://schemas.microsoft.com/office/drawing/2014/main" id="{CDF34996-862D-0957-5707-01ABFE0B706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429434" y="7861371"/>
                <a:ext cx="1380600" cy="10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21" name="筆跡 120">
                <a:extLst>
                  <a:ext uri="{FF2B5EF4-FFF2-40B4-BE49-F238E27FC236}">
                    <a16:creationId xmlns:a16="http://schemas.microsoft.com/office/drawing/2014/main" id="{51496351-F514-58F0-3FC9-CDDEB4A02C7B}"/>
                  </a:ext>
                </a:extLst>
              </p14:cNvPr>
              <p14:cNvContentPartPr/>
              <p14:nvPr/>
            </p14:nvContentPartPr>
            <p14:xfrm>
              <a:off x="3030274" y="9605211"/>
              <a:ext cx="179280" cy="179280"/>
            </p14:xfrm>
          </p:contentPart>
        </mc:Choice>
        <mc:Fallback>
          <p:pic>
            <p:nvPicPr>
              <p:cNvPr id="121" name="筆跡 120">
                <a:extLst>
                  <a:ext uri="{FF2B5EF4-FFF2-40B4-BE49-F238E27FC236}">
                    <a16:creationId xmlns:a16="http://schemas.microsoft.com/office/drawing/2014/main" id="{51496351-F514-58F0-3FC9-CDDEB4A02C7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012274" y="9587211"/>
                <a:ext cx="2149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27" name="筆跡 126">
                <a:extLst>
                  <a:ext uri="{FF2B5EF4-FFF2-40B4-BE49-F238E27FC236}">
                    <a16:creationId xmlns:a16="http://schemas.microsoft.com/office/drawing/2014/main" id="{4FFCDB60-4329-1790-3C76-21028D3A4EE9}"/>
                  </a:ext>
                </a:extLst>
              </p14:cNvPr>
              <p14:cNvContentPartPr/>
              <p14:nvPr/>
            </p14:nvContentPartPr>
            <p14:xfrm>
              <a:off x="3169954" y="8168451"/>
              <a:ext cx="1437120" cy="635760"/>
            </p14:xfrm>
          </p:contentPart>
        </mc:Choice>
        <mc:Fallback>
          <p:pic>
            <p:nvPicPr>
              <p:cNvPr id="127" name="筆跡 126">
                <a:extLst>
                  <a:ext uri="{FF2B5EF4-FFF2-40B4-BE49-F238E27FC236}">
                    <a16:creationId xmlns:a16="http://schemas.microsoft.com/office/drawing/2014/main" id="{4FFCDB60-4329-1790-3C76-21028D3A4EE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151954" y="8150451"/>
                <a:ext cx="1472760" cy="67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5DE73CA7-ECB3-9417-2B2A-155DC5895F40}"/>
              </a:ext>
            </a:extLst>
          </p:cNvPr>
          <p:cNvGrpSpPr/>
          <p:nvPr/>
        </p:nvGrpSpPr>
        <p:grpSpPr>
          <a:xfrm>
            <a:off x="2211994" y="6705051"/>
            <a:ext cx="6872040" cy="3331440"/>
            <a:chOff x="2211994" y="6705051"/>
            <a:chExt cx="6872040" cy="333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7" name="筆跡 116">
                  <a:extLst>
                    <a:ext uri="{FF2B5EF4-FFF2-40B4-BE49-F238E27FC236}">
                      <a16:creationId xmlns:a16="http://schemas.microsoft.com/office/drawing/2014/main" id="{90495DEC-6861-68DF-8B5E-CE7969454F38}"/>
                    </a:ext>
                  </a:extLst>
                </p14:cNvPr>
                <p14:cNvContentPartPr/>
                <p14:nvPr/>
              </p14:nvContentPartPr>
              <p14:xfrm>
                <a:off x="2670634" y="8664891"/>
                <a:ext cx="685800" cy="610920"/>
              </p14:xfrm>
            </p:contentPart>
          </mc:Choice>
          <mc:Fallback>
            <p:pic>
              <p:nvPicPr>
                <p:cNvPr id="117" name="筆跡 116">
                  <a:extLst>
                    <a:ext uri="{FF2B5EF4-FFF2-40B4-BE49-F238E27FC236}">
                      <a16:creationId xmlns:a16="http://schemas.microsoft.com/office/drawing/2014/main" id="{90495DEC-6861-68DF-8B5E-CE7969454F3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52994" y="8647251"/>
                  <a:ext cx="72144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8" name="筆跡 117">
                  <a:extLst>
                    <a:ext uri="{FF2B5EF4-FFF2-40B4-BE49-F238E27FC236}">
                      <a16:creationId xmlns:a16="http://schemas.microsoft.com/office/drawing/2014/main" id="{FBAD4720-1215-6AAF-69CF-D8CB350F9BAB}"/>
                    </a:ext>
                  </a:extLst>
                </p14:cNvPr>
                <p14:cNvContentPartPr/>
                <p14:nvPr/>
              </p14:nvContentPartPr>
              <p14:xfrm>
                <a:off x="2655874" y="9509811"/>
                <a:ext cx="314280" cy="366480"/>
              </p14:xfrm>
            </p:contentPart>
          </mc:Choice>
          <mc:Fallback>
            <p:pic>
              <p:nvPicPr>
                <p:cNvPr id="118" name="筆跡 117">
                  <a:extLst>
                    <a:ext uri="{FF2B5EF4-FFF2-40B4-BE49-F238E27FC236}">
                      <a16:creationId xmlns:a16="http://schemas.microsoft.com/office/drawing/2014/main" id="{FBAD4720-1215-6AAF-69CF-D8CB350F9BA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37874" y="9491811"/>
                  <a:ext cx="3499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9" name="筆跡 118">
                  <a:extLst>
                    <a:ext uri="{FF2B5EF4-FFF2-40B4-BE49-F238E27FC236}">
                      <a16:creationId xmlns:a16="http://schemas.microsoft.com/office/drawing/2014/main" id="{48219F90-A0C5-CF25-40A5-DD5697D45A33}"/>
                    </a:ext>
                  </a:extLst>
                </p14:cNvPr>
                <p14:cNvContentPartPr/>
                <p14:nvPr/>
              </p14:nvContentPartPr>
              <p14:xfrm>
                <a:off x="2737954" y="9712491"/>
                <a:ext cx="100080" cy="67320"/>
              </p14:xfrm>
            </p:contentPart>
          </mc:Choice>
          <mc:Fallback>
            <p:pic>
              <p:nvPicPr>
                <p:cNvPr id="119" name="筆跡 118">
                  <a:extLst>
                    <a:ext uri="{FF2B5EF4-FFF2-40B4-BE49-F238E27FC236}">
                      <a16:creationId xmlns:a16="http://schemas.microsoft.com/office/drawing/2014/main" id="{48219F90-A0C5-CF25-40A5-DD5697D45A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20314" y="9694851"/>
                  <a:ext cx="135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1073D828-A276-8A23-7E87-B33C3AED7245}"/>
                    </a:ext>
                  </a:extLst>
                </p14:cNvPr>
                <p14:cNvContentPartPr/>
                <p14:nvPr/>
              </p14:nvContentPartPr>
              <p14:xfrm>
                <a:off x="3483154" y="8560491"/>
                <a:ext cx="263520" cy="102240"/>
              </p14:xfrm>
            </p:contentPart>
          </mc:Choice>
          <mc:Fallback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1073D828-A276-8A23-7E87-B33C3AED724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65514" y="8542491"/>
                  <a:ext cx="299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4" name="筆跡 123">
                  <a:extLst>
                    <a:ext uri="{FF2B5EF4-FFF2-40B4-BE49-F238E27FC236}">
                      <a16:creationId xmlns:a16="http://schemas.microsoft.com/office/drawing/2014/main" id="{B1A2F6E6-435C-C6E5-2531-EFCE4FFCBBCB}"/>
                    </a:ext>
                  </a:extLst>
                </p14:cNvPr>
                <p14:cNvContentPartPr/>
                <p14:nvPr/>
              </p14:nvContentPartPr>
              <p14:xfrm>
                <a:off x="3683314" y="8629971"/>
                <a:ext cx="652320" cy="105120"/>
              </p14:xfrm>
            </p:contentPart>
          </mc:Choice>
          <mc:Fallback>
            <p:pic>
              <p:nvPicPr>
                <p:cNvPr id="124" name="筆跡 123">
                  <a:extLst>
                    <a:ext uri="{FF2B5EF4-FFF2-40B4-BE49-F238E27FC236}">
                      <a16:creationId xmlns:a16="http://schemas.microsoft.com/office/drawing/2014/main" id="{B1A2F6E6-435C-C6E5-2531-EFCE4FFCBBC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65674" y="8612331"/>
                  <a:ext cx="687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5" name="筆跡 124">
                  <a:extLst>
                    <a:ext uri="{FF2B5EF4-FFF2-40B4-BE49-F238E27FC236}">
                      <a16:creationId xmlns:a16="http://schemas.microsoft.com/office/drawing/2014/main" id="{A1F977FA-DD24-6845-6D7B-14D8136E5780}"/>
                    </a:ext>
                  </a:extLst>
                </p14:cNvPr>
                <p14:cNvContentPartPr/>
                <p14:nvPr/>
              </p14:nvContentPartPr>
              <p14:xfrm>
                <a:off x="2211994" y="6705051"/>
                <a:ext cx="627840" cy="1003680"/>
              </p14:xfrm>
            </p:contentPart>
          </mc:Choice>
          <mc:Fallback>
            <p:pic>
              <p:nvPicPr>
                <p:cNvPr id="125" name="筆跡 124">
                  <a:extLst>
                    <a:ext uri="{FF2B5EF4-FFF2-40B4-BE49-F238E27FC236}">
                      <a16:creationId xmlns:a16="http://schemas.microsoft.com/office/drawing/2014/main" id="{A1F977FA-DD24-6845-6D7B-14D8136E578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194354" y="6687411"/>
                  <a:ext cx="663480" cy="10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4EE508CC-D213-3611-1E7E-70471A252DBE}"/>
                    </a:ext>
                  </a:extLst>
                </p14:cNvPr>
                <p14:cNvContentPartPr/>
                <p14:nvPr/>
              </p14:nvContentPartPr>
              <p14:xfrm>
                <a:off x="7523794" y="7541331"/>
                <a:ext cx="360" cy="36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4EE508CC-D213-3611-1E7E-70471A252DB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06154" y="752333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97D74087-32E3-B9CB-BBA7-F7D2526CCDED}"/>
                    </a:ext>
                  </a:extLst>
                </p14:cNvPr>
                <p14:cNvContentPartPr/>
                <p14:nvPr/>
              </p14:nvContentPartPr>
              <p14:xfrm>
                <a:off x="6986314" y="7489131"/>
                <a:ext cx="451080" cy="80532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97D74087-32E3-B9CB-BBA7-F7D2526CCDE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68674" y="7471491"/>
                  <a:ext cx="48672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6FBA049A-2839-A42E-C2FE-803574C544B2}"/>
                    </a:ext>
                  </a:extLst>
                </p14:cNvPr>
                <p14:cNvContentPartPr/>
                <p14:nvPr/>
              </p14:nvContentPartPr>
              <p14:xfrm>
                <a:off x="4588354" y="8825091"/>
                <a:ext cx="565200" cy="37044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6FBA049A-2839-A42E-C2FE-803574C544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70714" y="8807091"/>
                  <a:ext cx="6008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081B2E17-7E49-FBC9-8A87-6583111D973D}"/>
                    </a:ext>
                  </a:extLst>
                </p14:cNvPr>
                <p14:cNvContentPartPr/>
                <p14:nvPr/>
              </p14:nvContentPartPr>
              <p14:xfrm>
                <a:off x="5229874" y="8891331"/>
                <a:ext cx="317520" cy="324720"/>
              </p14:xfrm>
            </p:contentPart>
          </mc:Choice>
          <mc:Fallback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081B2E17-7E49-FBC9-8A87-6583111D97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12234" y="8873691"/>
                  <a:ext cx="3531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9A43561F-454D-EBB9-CFE8-9C93C9F62631}"/>
                    </a:ext>
                  </a:extLst>
                </p14:cNvPr>
                <p14:cNvContentPartPr/>
                <p14:nvPr/>
              </p14:nvContentPartPr>
              <p14:xfrm>
                <a:off x="5659714" y="8986731"/>
                <a:ext cx="61920" cy="65304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9A43561F-454D-EBB9-CFE8-9C93C9F6263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42074" y="8969091"/>
                  <a:ext cx="9756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762915EF-F4AA-78BD-B7C0-EDBEB26C1F3F}"/>
                    </a:ext>
                  </a:extLst>
                </p14:cNvPr>
                <p14:cNvContentPartPr/>
                <p14:nvPr/>
              </p14:nvContentPartPr>
              <p14:xfrm>
                <a:off x="5660794" y="8986731"/>
                <a:ext cx="341280" cy="32724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762915EF-F4AA-78BD-B7C0-EDBEB26C1F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42794" y="8969091"/>
                  <a:ext cx="3769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BCCA7871-3A39-FA72-FF15-00E542B92C30}"/>
                    </a:ext>
                  </a:extLst>
                </p14:cNvPr>
                <p14:cNvContentPartPr/>
                <p14:nvPr/>
              </p14:nvContentPartPr>
              <p14:xfrm>
                <a:off x="6296194" y="8560491"/>
                <a:ext cx="360" cy="360"/>
              </p14:xfrm>
            </p:contentPart>
          </mc:Choice>
          <mc:Fallback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BCCA7871-3A39-FA72-FF15-00E542B92C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78554" y="854249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筆跡 82">
                  <a:extLst>
                    <a:ext uri="{FF2B5EF4-FFF2-40B4-BE49-F238E27FC236}">
                      <a16:creationId xmlns:a16="http://schemas.microsoft.com/office/drawing/2014/main" id="{8B75A08D-AE4F-A986-159E-3DFE204E8178}"/>
                    </a:ext>
                  </a:extLst>
                </p14:cNvPr>
                <p14:cNvContentPartPr/>
                <p14:nvPr/>
              </p14:nvContentPartPr>
              <p14:xfrm>
                <a:off x="6278554" y="8377251"/>
                <a:ext cx="360" cy="360"/>
              </p14:xfrm>
            </p:contentPart>
          </mc:Choice>
          <mc:Fallback>
            <p:pic>
              <p:nvPicPr>
                <p:cNvPr id="83" name="筆跡 82">
                  <a:extLst>
                    <a:ext uri="{FF2B5EF4-FFF2-40B4-BE49-F238E27FC236}">
                      <a16:creationId xmlns:a16="http://schemas.microsoft.com/office/drawing/2014/main" id="{8B75A08D-AE4F-A986-159E-3DFE204E81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60554" y="835961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0DC7E444-C758-8327-F69A-19E9D7CBE4D0}"/>
                    </a:ext>
                  </a:extLst>
                </p14:cNvPr>
                <p14:cNvContentPartPr/>
                <p14:nvPr/>
              </p14:nvContentPartPr>
              <p14:xfrm>
                <a:off x="6548914" y="8412171"/>
                <a:ext cx="360" cy="360"/>
              </p14:xfrm>
            </p:contentPart>
          </mc:Choice>
          <mc:Fallback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0DC7E444-C758-8327-F69A-19E9D7CBE4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31274" y="839453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0FAC0897-FB55-9B17-5CDB-19E1D86C7C41}"/>
                    </a:ext>
                  </a:extLst>
                </p14:cNvPr>
                <p14:cNvContentPartPr/>
                <p14:nvPr/>
              </p14:nvContentPartPr>
              <p14:xfrm>
                <a:off x="6298354" y="7992051"/>
                <a:ext cx="434520" cy="334800"/>
              </p14:xfrm>
            </p:contentPart>
          </mc:Choice>
          <mc:Fallback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0FAC0897-FB55-9B17-5CDB-19E1D86C7C4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80714" y="7974411"/>
                  <a:ext cx="4701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CB9B641A-620C-07F9-57CE-5E2DD0CB991C}"/>
                    </a:ext>
                  </a:extLst>
                </p14:cNvPr>
                <p14:cNvContentPartPr/>
                <p14:nvPr/>
              </p14:nvContentPartPr>
              <p14:xfrm>
                <a:off x="6618034" y="8098611"/>
                <a:ext cx="72000" cy="9000"/>
              </p14:xfrm>
            </p:contentPart>
          </mc:Choice>
          <mc:Fallback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CB9B641A-620C-07F9-57CE-5E2DD0CB991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00394" y="8080971"/>
                  <a:ext cx="10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4" name="筆跡 103">
                  <a:extLst>
                    <a:ext uri="{FF2B5EF4-FFF2-40B4-BE49-F238E27FC236}">
                      <a16:creationId xmlns:a16="http://schemas.microsoft.com/office/drawing/2014/main" id="{D04667B8-E6E9-683F-8463-7C4416811B45}"/>
                    </a:ext>
                  </a:extLst>
                </p14:cNvPr>
                <p14:cNvContentPartPr/>
                <p14:nvPr/>
              </p14:nvContentPartPr>
              <p14:xfrm>
                <a:off x="7271794" y="8360331"/>
                <a:ext cx="91080" cy="222480"/>
              </p14:xfrm>
            </p:contentPart>
          </mc:Choice>
          <mc:Fallback>
            <p:pic>
              <p:nvPicPr>
                <p:cNvPr id="104" name="筆跡 103">
                  <a:extLst>
                    <a:ext uri="{FF2B5EF4-FFF2-40B4-BE49-F238E27FC236}">
                      <a16:creationId xmlns:a16="http://schemas.microsoft.com/office/drawing/2014/main" id="{D04667B8-E6E9-683F-8463-7C4416811B4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54154" y="8342331"/>
                  <a:ext cx="1267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5" name="筆跡 104">
                  <a:extLst>
                    <a:ext uri="{FF2B5EF4-FFF2-40B4-BE49-F238E27FC236}">
                      <a16:creationId xmlns:a16="http://schemas.microsoft.com/office/drawing/2014/main" id="{D6BE9FC5-AE07-7F51-D49E-9FBB4B61D3F2}"/>
                    </a:ext>
                  </a:extLst>
                </p14:cNvPr>
                <p14:cNvContentPartPr/>
                <p14:nvPr/>
              </p14:nvContentPartPr>
              <p14:xfrm>
                <a:off x="6696514" y="8316771"/>
                <a:ext cx="426600" cy="424800"/>
              </p14:xfrm>
            </p:contentPart>
          </mc:Choice>
          <mc:Fallback>
            <p:pic>
              <p:nvPicPr>
                <p:cNvPr id="105" name="筆跡 104">
                  <a:extLst>
                    <a:ext uri="{FF2B5EF4-FFF2-40B4-BE49-F238E27FC236}">
                      <a16:creationId xmlns:a16="http://schemas.microsoft.com/office/drawing/2014/main" id="{D6BE9FC5-AE07-7F51-D49E-9FBB4B61D3F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678514" y="8298771"/>
                  <a:ext cx="462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6" name="筆跡 105">
                  <a:extLst>
                    <a:ext uri="{FF2B5EF4-FFF2-40B4-BE49-F238E27FC236}">
                      <a16:creationId xmlns:a16="http://schemas.microsoft.com/office/drawing/2014/main" id="{C024FD3A-C71B-8CBA-2CD4-4A4D1AD28EAF}"/>
                    </a:ext>
                  </a:extLst>
                </p14:cNvPr>
                <p14:cNvContentPartPr/>
                <p14:nvPr/>
              </p14:nvContentPartPr>
              <p14:xfrm>
                <a:off x="6914314" y="8778291"/>
                <a:ext cx="375120" cy="507960"/>
              </p14:xfrm>
            </p:contentPart>
          </mc:Choice>
          <mc:Fallback>
            <p:pic>
              <p:nvPicPr>
                <p:cNvPr id="106" name="筆跡 105">
                  <a:extLst>
                    <a:ext uri="{FF2B5EF4-FFF2-40B4-BE49-F238E27FC236}">
                      <a16:creationId xmlns:a16="http://schemas.microsoft.com/office/drawing/2014/main" id="{C024FD3A-C71B-8CBA-2CD4-4A4D1AD28EA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96314" y="8760291"/>
                  <a:ext cx="4107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8" name="筆跡 107">
                  <a:extLst>
                    <a:ext uri="{FF2B5EF4-FFF2-40B4-BE49-F238E27FC236}">
                      <a16:creationId xmlns:a16="http://schemas.microsoft.com/office/drawing/2014/main" id="{5A584FD8-C0FB-EA03-F6E8-EBF8A3AB7D89}"/>
                    </a:ext>
                  </a:extLst>
                </p14:cNvPr>
                <p14:cNvContentPartPr/>
                <p14:nvPr/>
              </p14:nvContentPartPr>
              <p14:xfrm>
                <a:off x="5706514" y="9474531"/>
                <a:ext cx="511560" cy="502560"/>
              </p14:xfrm>
            </p:contentPart>
          </mc:Choice>
          <mc:Fallback>
            <p:pic>
              <p:nvPicPr>
                <p:cNvPr id="108" name="筆跡 107">
                  <a:extLst>
                    <a:ext uri="{FF2B5EF4-FFF2-40B4-BE49-F238E27FC236}">
                      <a16:creationId xmlns:a16="http://schemas.microsoft.com/office/drawing/2014/main" id="{5A584FD8-C0FB-EA03-F6E8-EBF8A3AB7D8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88514" y="9456891"/>
                  <a:ext cx="5472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9" name="筆跡 108">
                  <a:extLst>
                    <a:ext uri="{FF2B5EF4-FFF2-40B4-BE49-F238E27FC236}">
                      <a16:creationId xmlns:a16="http://schemas.microsoft.com/office/drawing/2014/main" id="{4FA5DAC4-52EB-1F08-750B-2CBA9C315F0F}"/>
                    </a:ext>
                  </a:extLst>
                </p14:cNvPr>
                <p14:cNvContentPartPr/>
                <p14:nvPr/>
              </p14:nvContentPartPr>
              <p14:xfrm>
                <a:off x="6069754" y="9567771"/>
                <a:ext cx="402840" cy="348840"/>
              </p14:xfrm>
            </p:contentPart>
          </mc:Choice>
          <mc:Fallback>
            <p:pic>
              <p:nvPicPr>
                <p:cNvPr id="109" name="筆跡 108">
                  <a:extLst>
                    <a:ext uri="{FF2B5EF4-FFF2-40B4-BE49-F238E27FC236}">
                      <a16:creationId xmlns:a16="http://schemas.microsoft.com/office/drawing/2014/main" id="{4FA5DAC4-52EB-1F08-750B-2CBA9C315F0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51754" y="9550131"/>
                  <a:ext cx="438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0" name="筆跡 109">
                  <a:extLst>
                    <a:ext uri="{FF2B5EF4-FFF2-40B4-BE49-F238E27FC236}">
                      <a16:creationId xmlns:a16="http://schemas.microsoft.com/office/drawing/2014/main" id="{43382A15-DFEC-9545-87AF-CE220B066AB8}"/>
                    </a:ext>
                  </a:extLst>
                </p14:cNvPr>
                <p14:cNvContentPartPr/>
                <p14:nvPr/>
              </p14:nvContentPartPr>
              <p14:xfrm>
                <a:off x="6644314" y="9657771"/>
                <a:ext cx="147600" cy="357840"/>
              </p14:xfrm>
            </p:contentPart>
          </mc:Choice>
          <mc:Fallback>
            <p:pic>
              <p:nvPicPr>
                <p:cNvPr id="110" name="筆跡 109">
                  <a:extLst>
                    <a:ext uri="{FF2B5EF4-FFF2-40B4-BE49-F238E27FC236}">
                      <a16:creationId xmlns:a16="http://schemas.microsoft.com/office/drawing/2014/main" id="{43382A15-DFEC-9545-87AF-CE220B066A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626674" y="9639771"/>
                  <a:ext cx="1832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1" name="筆跡 110">
                  <a:extLst>
                    <a:ext uri="{FF2B5EF4-FFF2-40B4-BE49-F238E27FC236}">
                      <a16:creationId xmlns:a16="http://schemas.microsoft.com/office/drawing/2014/main" id="{DACE1B0D-3275-E95C-4973-8DC4810A403D}"/>
                    </a:ext>
                  </a:extLst>
                </p14:cNvPr>
                <p14:cNvContentPartPr/>
                <p14:nvPr/>
              </p14:nvContentPartPr>
              <p14:xfrm>
                <a:off x="6984154" y="9639771"/>
                <a:ext cx="188280" cy="290160"/>
              </p14:xfrm>
            </p:contentPart>
          </mc:Choice>
          <mc:Fallback>
            <p:pic>
              <p:nvPicPr>
                <p:cNvPr id="111" name="筆跡 110">
                  <a:extLst>
                    <a:ext uri="{FF2B5EF4-FFF2-40B4-BE49-F238E27FC236}">
                      <a16:creationId xmlns:a16="http://schemas.microsoft.com/office/drawing/2014/main" id="{DACE1B0D-3275-E95C-4973-8DC4810A403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66154" y="9622131"/>
                  <a:ext cx="223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2" name="筆跡 111">
                  <a:extLst>
                    <a:ext uri="{FF2B5EF4-FFF2-40B4-BE49-F238E27FC236}">
                      <a16:creationId xmlns:a16="http://schemas.microsoft.com/office/drawing/2014/main" id="{7D47A8FA-C6F2-A00D-CE79-E9798E6F3ADC}"/>
                    </a:ext>
                  </a:extLst>
                </p14:cNvPr>
                <p14:cNvContentPartPr/>
                <p14:nvPr/>
              </p14:nvContentPartPr>
              <p14:xfrm>
                <a:off x="7308154" y="9533211"/>
                <a:ext cx="392400" cy="362520"/>
              </p14:xfrm>
            </p:contentPart>
          </mc:Choice>
          <mc:Fallback>
            <p:pic>
              <p:nvPicPr>
                <p:cNvPr id="112" name="筆跡 111">
                  <a:extLst>
                    <a:ext uri="{FF2B5EF4-FFF2-40B4-BE49-F238E27FC236}">
                      <a16:creationId xmlns:a16="http://schemas.microsoft.com/office/drawing/2014/main" id="{7D47A8FA-C6F2-A00D-CE79-E9798E6F3AD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90514" y="9515211"/>
                  <a:ext cx="4280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4" name="筆跡 113">
                  <a:extLst>
                    <a:ext uri="{FF2B5EF4-FFF2-40B4-BE49-F238E27FC236}">
                      <a16:creationId xmlns:a16="http://schemas.microsoft.com/office/drawing/2014/main" id="{E8097879-21B5-2DC2-1B1D-7EAB28C2CEEC}"/>
                    </a:ext>
                  </a:extLst>
                </p14:cNvPr>
                <p14:cNvContentPartPr/>
                <p14:nvPr/>
              </p14:nvContentPartPr>
              <p14:xfrm>
                <a:off x="7959754" y="9492531"/>
                <a:ext cx="271800" cy="543960"/>
              </p14:xfrm>
            </p:contentPart>
          </mc:Choice>
          <mc:Fallback>
            <p:pic>
              <p:nvPicPr>
                <p:cNvPr id="114" name="筆跡 113">
                  <a:extLst>
                    <a:ext uri="{FF2B5EF4-FFF2-40B4-BE49-F238E27FC236}">
                      <a16:creationId xmlns:a16="http://schemas.microsoft.com/office/drawing/2014/main" id="{E8097879-21B5-2DC2-1B1D-7EAB28C2CEE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41754" y="9474531"/>
                  <a:ext cx="30744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8" name="筆跡 127">
                  <a:extLst>
                    <a:ext uri="{FF2B5EF4-FFF2-40B4-BE49-F238E27FC236}">
                      <a16:creationId xmlns:a16="http://schemas.microsoft.com/office/drawing/2014/main" id="{88A6B83B-032D-F99C-C0BC-B1D298BEE214}"/>
                    </a:ext>
                  </a:extLst>
                </p14:cNvPr>
                <p14:cNvContentPartPr/>
                <p14:nvPr/>
              </p14:nvContentPartPr>
              <p14:xfrm>
                <a:off x="5311954" y="6772371"/>
                <a:ext cx="3533400" cy="2189160"/>
              </p14:xfrm>
            </p:contentPart>
          </mc:Choice>
          <mc:Fallback>
            <p:pic>
              <p:nvPicPr>
                <p:cNvPr id="128" name="筆跡 127">
                  <a:extLst>
                    <a:ext uri="{FF2B5EF4-FFF2-40B4-BE49-F238E27FC236}">
                      <a16:creationId xmlns:a16="http://schemas.microsoft.com/office/drawing/2014/main" id="{88A6B83B-032D-F99C-C0BC-B1D298BEE21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94314" y="6754731"/>
                  <a:ext cx="3569040" cy="22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DBF7374E-F162-0303-D963-C520B783BC97}"/>
                    </a:ext>
                  </a:extLst>
                </p14:cNvPr>
                <p14:cNvContentPartPr/>
                <p14:nvPr/>
              </p14:nvContentPartPr>
              <p14:xfrm>
                <a:off x="3378754" y="6973251"/>
                <a:ext cx="5705280" cy="1306800"/>
              </p14:xfrm>
            </p:contentPart>
          </mc:Choice>
          <mc:Fallback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DBF7374E-F162-0303-D963-C520B783BC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60754" y="6955611"/>
                  <a:ext cx="5740920" cy="134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0403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316999-A88E-70E0-F6DB-AF8A97DCE130}"/>
              </a:ext>
            </a:extLst>
          </p:cNvPr>
          <p:cNvSpPr/>
          <p:nvPr/>
        </p:nvSpPr>
        <p:spPr>
          <a:xfrm>
            <a:off x="11982994" y="1558834"/>
            <a:ext cx="2760617" cy="2403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系統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9EB9702-39F7-A712-7B6E-FE432589CB2F}"/>
              </a:ext>
            </a:extLst>
          </p:cNvPr>
          <p:cNvCxnSpPr/>
          <p:nvPr/>
        </p:nvCxnSpPr>
        <p:spPr>
          <a:xfrm flipH="1">
            <a:off x="11268891" y="3004457"/>
            <a:ext cx="1349829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47C15CFD-EF24-4803-18D1-AB81DD4ADAB5}"/>
              </a:ext>
            </a:extLst>
          </p:cNvPr>
          <p:cNvSpPr/>
          <p:nvPr/>
        </p:nvSpPr>
        <p:spPr>
          <a:xfrm>
            <a:off x="10154194" y="3962400"/>
            <a:ext cx="1219200" cy="1375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mcp</a:t>
            </a:r>
            <a:endParaRPr lang="zh-TW" altLang="en-US" dirty="0"/>
          </a:p>
        </p:txBody>
      </p:sp>
      <p:sp>
        <p:nvSpPr>
          <p:cNvPr id="6" name="笑臉 5">
            <a:extLst>
              <a:ext uri="{FF2B5EF4-FFF2-40B4-BE49-F238E27FC236}">
                <a16:creationId xmlns:a16="http://schemas.microsoft.com/office/drawing/2014/main" id="{0EB14F40-FF41-997A-9A77-9395F6EB9B9A}"/>
              </a:ext>
            </a:extLst>
          </p:cNvPr>
          <p:cNvSpPr/>
          <p:nvPr/>
        </p:nvSpPr>
        <p:spPr>
          <a:xfrm>
            <a:off x="1602377" y="2325188"/>
            <a:ext cx="1846217" cy="179396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BF114AC-AA4B-E033-F4D4-3ED54DC70D03}"/>
              </a:ext>
            </a:extLst>
          </p:cNvPr>
          <p:cNvSpPr/>
          <p:nvPr/>
        </p:nvSpPr>
        <p:spPr>
          <a:xfrm>
            <a:off x="4929051" y="5143500"/>
            <a:ext cx="1584960" cy="1375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antigravity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EF7CDFD9-E570-85ED-B9F9-44523845AEBE}"/>
              </a:ext>
            </a:extLst>
          </p:cNvPr>
          <p:cNvGrpSpPr/>
          <p:nvPr/>
        </p:nvGrpSpPr>
        <p:grpSpPr>
          <a:xfrm>
            <a:off x="8976420" y="5184687"/>
            <a:ext cx="1674360" cy="1318680"/>
            <a:chOff x="8976420" y="5184687"/>
            <a:chExt cx="1674360" cy="13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A5823B29-CF91-6BCC-1370-2837F752988E}"/>
                    </a:ext>
                  </a:extLst>
                </p14:cNvPr>
                <p14:cNvContentPartPr/>
                <p14:nvPr/>
              </p14:nvContentPartPr>
              <p14:xfrm>
                <a:off x="9285660" y="5184687"/>
                <a:ext cx="1365120" cy="75744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A5823B29-CF91-6BCC-1370-2837F752988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79540" y="5178567"/>
                  <a:ext cx="137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E82E1796-80B4-3254-26F3-46F105F87D3F}"/>
                    </a:ext>
                  </a:extLst>
                </p14:cNvPr>
                <p14:cNvContentPartPr/>
                <p14:nvPr/>
              </p14:nvContentPartPr>
              <p14:xfrm>
                <a:off x="8976420" y="5840607"/>
                <a:ext cx="624960" cy="6627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E82E1796-80B4-3254-26F3-46F105F87D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70300" y="5834487"/>
                  <a:ext cx="637200" cy="675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AAADD7-D121-53EA-EAEC-BB807EFEC85E}"/>
              </a:ext>
            </a:extLst>
          </p:cNvPr>
          <p:cNvSpPr txBox="1"/>
          <p:nvPr/>
        </p:nvSpPr>
        <p:spPr>
          <a:xfrm>
            <a:off x="9285660" y="65194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網址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02712F9F-93CA-94D1-9E36-3D35C556997A}"/>
                  </a:ext>
                </a:extLst>
              </p14:cNvPr>
              <p14:cNvContentPartPr/>
              <p14:nvPr/>
            </p14:nvContentPartPr>
            <p14:xfrm>
              <a:off x="6223500" y="6130407"/>
              <a:ext cx="3149640" cy="51984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02712F9F-93CA-94D1-9E36-3D35C55699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17380" y="6124287"/>
                <a:ext cx="316188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251D17A5-9B41-9A53-6B90-A133BAA4B28C}"/>
                  </a:ext>
                </a:extLst>
              </p14:cNvPr>
              <p14:cNvContentPartPr/>
              <p14:nvPr/>
            </p14:nvContentPartPr>
            <p14:xfrm>
              <a:off x="6209820" y="5887047"/>
              <a:ext cx="406080" cy="63900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251D17A5-9B41-9A53-6B90-A133BAA4B2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03700" y="5880927"/>
                <a:ext cx="41832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F202CEF9-18EB-164D-4A3E-86B8A6B6D3F6}"/>
                  </a:ext>
                </a:extLst>
              </p14:cNvPr>
              <p14:cNvContentPartPr/>
              <p14:nvPr/>
            </p14:nvContentPartPr>
            <p14:xfrm>
              <a:off x="2961540" y="3521847"/>
              <a:ext cx="2389680" cy="3004200"/>
            </p14:xfrm>
          </p:contentPart>
        </mc:Choice>
        <mc:Fallback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F202CEF9-18EB-164D-4A3E-86B8A6B6D3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5420" y="3515727"/>
                <a:ext cx="2401920" cy="30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087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E4C0-5129-9A7F-E927-563B34E2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FCE4D3-06FE-2FB1-0893-9668A824B567}"/>
              </a:ext>
            </a:extLst>
          </p:cNvPr>
          <p:cNvSpPr/>
          <p:nvPr/>
        </p:nvSpPr>
        <p:spPr>
          <a:xfrm>
            <a:off x="11982994" y="1558834"/>
            <a:ext cx="2760617" cy="2403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Aws</a:t>
            </a:r>
            <a:r>
              <a:rPr lang="zh-TW" altLang="en-US" sz="3200" dirty="0"/>
              <a:t>系統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41DFD3B-7209-A683-C200-041CE892031F}"/>
              </a:ext>
            </a:extLst>
          </p:cNvPr>
          <p:cNvCxnSpPr/>
          <p:nvPr/>
        </p:nvCxnSpPr>
        <p:spPr>
          <a:xfrm flipH="1">
            <a:off x="11268891" y="3004457"/>
            <a:ext cx="1349829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C3A1787F-51FF-AFDB-490B-1DCF40EEBC03}"/>
              </a:ext>
            </a:extLst>
          </p:cNvPr>
          <p:cNvSpPr/>
          <p:nvPr/>
        </p:nvSpPr>
        <p:spPr>
          <a:xfrm>
            <a:off x="10154194" y="3962400"/>
            <a:ext cx="1219200" cy="1375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aws</a:t>
            </a:r>
            <a:endParaRPr lang="en-US" altLang="zh-TW" dirty="0"/>
          </a:p>
          <a:p>
            <a:pPr algn="ctr"/>
            <a:r>
              <a:rPr lang="en-US" altLang="zh-TW" dirty="0" err="1"/>
              <a:t>Mcp</a:t>
            </a:r>
            <a:endParaRPr lang="en-US" altLang="zh-TW" dirty="0"/>
          </a:p>
          <a:p>
            <a:pPr algn="ctr"/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6" name="笑臉 5">
            <a:extLst>
              <a:ext uri="{FF2B5EF4-FFF2-40B4-BE49-F238E27FC236}">
                <a16:creationId xmlns:a16="http://schemas.microsoft.com/office/drawing/2014/main" id="{8A62530E-0B6C-4C51-3C10-2B6967E65BFF}"/>
              </a:ext>
            </a:extLst>
          </p:cNvPr>
          <p:cNvSpPr/>
          <p:nvPr/>
        </p:nvSpPr>
        <p:spPr>
          <a:xfrm>
            <a:off x="1602377" y="2325188"/>
            <a:ext cx="1846217" cy="179396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9DAE423-F9FD-DF6B-DFB1-6E689BBD1598}"/>
              </a:ext>
            </a:extLst>
          </p:cNvPr>
          <p:cNvSpPr/>
          <p:nvPr/>
        </p:nvSpPr>
        <p:spPr>
          <a:xfrm>
            <a:off x="4929051" y="5143500"/>
            <a:ext cx="1584960" cy="1375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antigravity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311DBC6-82BE-E708-3222-4985EE50A3C0}"/>
              </a:ext>
            </a:extLst>
          </p:cNvPr>
          <p:cNvGrpSpPr/>
          <p:nvPr/>
        </p:nvGrpSpPr>
        <p:grpSpPr>
          <a:xfrm>
            <a:off x="8976420" y="5184687"/>
            <a:ext cx="1674360" cy="1318680"/>
            <a:chOff x="8976420" y="5184687"/>
            <a:chExt cx="1674360" cy="13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7A918EB1-A7E8-E146-38A0-C724A8D464EC}"/>
                    </a:ext>
                  </a:extLst>
                </p14:cNvPr>
                <p14:cNvContentPartPr/>
                <p14:nvPr/>
              </p14:nvContentPartPr>
              <p14:xfrm>
                <a:off x="9285660" y="5184687"/>
                <a:ext cx="1365120" cy="75744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7A918EB1-A7E8-E146-38A0-C724A8D464E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79540" y="5178567"/>
                  <a:ext cx="13773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8F3FBCE6-D925-33EF-86F5-DF6BF79C4AEC}"/>
                    </a:ext>
                  </a:extLst>
                </p14:cNvPr>
                <p14:cNvContentPartPr/>
                <p14:nvPr/>
              </p14:nvContentPartPr>
              <p14:xfrm>
                <a:off x="8976420" y="5840607"/>
                <a:ext cx="624960" cy="6627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8F3FBCE6-D925-33EF-86F5-DF6BF79C4AE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70300" y="5834487"/>
                  <a:ext cx="637200" cy="675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793EF3E-8246-5B13-6628-67EE5D21AB99}"/>
              </a:ext>
            </a:extLst>
          </p:cNvPr>
          <p:cNvSpPr txBox="1"/>
          <p:nvPr/>
        </p:nvSpPr>
        <p:spPr>
          <a:xfrm>
            <a:off x="9285660" y="65194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網址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823304B1-C933-0C28-6E4B-15E8F7DE05BC}"/>
                  </a:ext>
                </a:extLst>
              </p14:cNvPr>
              <p14:cNvContentPartPr/>
              <p14:nvPr/>
            </p14:nvContentPartPr>
            <p14:xfrm>
              <a:off x="6223500" y="6130407"/>
              <a:ext cx="3149640" cy="51984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823304B1-C933-0C28-6E4B-15E8F7DE05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17379" y="6124283"/>
                <a:ext cx="3161881" cy="532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9F2837D5-CCC6-3CCC-3859-DB367AB74CB7}"/>
                  </a:ext>
                </a:extLst>
              </p14:cNvPr>
              <p14:cNvContentPartPr/>
              <p14:nvPr/>
            </p14:nvContentPartPr>
            <p14:xfrm>
              <a:off x="6209820" y="5887047"/>
              <a:ext cx="406080" cy="63900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9F2837D5-CCC6-3CCC-3859-DB367AB74C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03700" y="5880927"/>
                <a:ext cx="41832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D3D3B549-7CBA-F28D-AE5A-428D3A2AF473}"/>
                  </a:ext>
                </a:extLst>
              </p14:cNvPr>
              <p14:cNvContentPartPr/>
              <p14:nvPr/>
            </p14:nvContentPartPr>
            <p14:xfrm>
              <a:off x="2961540" y="3521847"/>
              <a:ext cx="2389680" cy="3004200"/>
            </p14:xfrm>
          </p:contentPart>
        </mc:Choice>
        <mc:Fallback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D3D3B549-7CBA-F28D-AE5A-428D3A2AF4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5420" y="3515726"/>
                <a:ext cx="2401920" cy="30164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0707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7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7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7"/>
          <p:cNvSpPr/>
          <p:nvPr/>
        </p:nvSpPr>
        <p:spPr>
          <a:xfrm>
            <a:off x="2297609" y="781050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P3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7"/>
          <p:cNvSpPr/>
          <p:nvPr/>
        </p:nvSpPr>
        <p:spPr>
          <a:xfrm>
            <a:off x="2850133" y="609600"/>
            <a:ext cx="3571109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CI/CD </a:t>
            </a: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演化闖關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6306145" y="881063"/>
            <a:ext cx="27241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停在哪關，拿哪關的分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952500" y="1524000"/>
            <a:ext cx="6545163" cy="1839218"/>
          </a:xfrm>
          <a:prstGeom prst="roundRect">
            <a:avLst>
              <a:gd name="adj" fmla="val 828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7"/>
          <p:cNvSpPr/>
          <p:nvPr/>
        </p:nvSpPr>
        <p:spPr>
          <a:xfrm>
            <a:off x="952500" y="3353693"/>
            <a:ext cx="654516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952500" y="1524000"/>
            <a:ext cx="6545163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952500" y="1524000"/>
            <a:ext cx="57150" cy="183921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7488138" y="1524000"/>
            <a:ext cx="9525" cy="183921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1314450" y="1819275"/>
            <a:ext cx="6455777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1314450" y="2214563"/>
            <a:ext cx="6044955" cy="89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從老前輩手動部署，一路進化到全自動跨雲分發。你停在哪一關，就拿哪一關的分數——天然分層。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952500" y="3553718"/>
            <a:ext cx="6545163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1266825" y="3848993"/>
            <a:ext cx="6508165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1266825" y="4244280"/>
            <a:ext cx="6094009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能 Demo「改一行 code → 自動上線」的 pipeline + 每關證據截圖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952500" y="8559180"/>
            <a:ext cx="986954" cy="361950"/>
          </a:xfrm>
          <a:prstGeom prst="roundRect">
            <a:avLst>
              <a:gd name="adj" fmla="val 21053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1085850" y="8625855"/>
            <a:ext cx="79645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7"/>
          <p:cNvSpPr/>
          <p:nvPr/>
        </p:nvSpPr>
        <p:spPr>
          <a:xfrm>
            <a:off x="2034704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7"/>
          <p:cNvSpPr/>
          <p:nvPr/>
        </p:nvSpPr>
        <p:spPr>
          <a:xfrm>
            <a:off x="2168054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ECR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7"/>
          <p:cNvSpPr/>
          <p:nvPr/>
        </p:nvSpPr>
        <p:spPr>
          <a:xfrm>
            <a:off x="2756818" y="8559180"/>
            <a:ext cx="1947193" cy="361950"/>
          </a:xfrm>
          <a:prstGeom prst="roundRect">
            <a:avLst>
              <a:gd name="adj" fmla="val 21053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7"/>
          <p:cNvSpPr/>
          <p:nvPr/>
        </p:nvSpPr>
        <p:spPr>
          <a:xfrm>
            <a:off x="2890168" y="8625855"/>
            <a:ext cx="17566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GitHub Actions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7"/>
          <p:cNvSpPr/>
          <p:nvPr/>
        </p:nvSpPr>
        <p:spPr>
          <a:xfrm>
            <a:off x="4799261" y="8559180"/>
            <a:ext cx="1587103" cy="361950"/>
          </a:xfrm>
          <a:prstGeom prst="roundRect">
            <a:avLst>
              <a:gd name="adj" fmla="val 21053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7"/>
          <p:cNvSpPr/>
          <p:nvPr/>
        </p:nvSpPr>
        <p:spPr>
          <a:xfrm>
            <a:off x="4932611" y="8625855"/>
            <a:ext cx="139660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ECS/Fargate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7"/>
          <p:cNvSpPr/>
          <p:nvPr/>
        </p:nvSpPr>
        <p:spPr>
          <a:xfrm>
            <a:off x="7916763" y="1524000"/>
            <a:ext cx="12192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闖關關卡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9193113" y="1533525"/>
            <a:ext cx="1009650" cy="381000"/>
          </a:xfrm>
          <a:prstGeom prst="roundRect">
            <a:avLst>
              <a:gd name="adj" fmla="val 15000"/>
            </a:avLst>
          </a:prstGeom>
          <a:noFill/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7"/>
          <p:cNvSpPr/>
          <p:nvPr/>
        </p:nvSpPr>
        <p:spPr>
          <a:xfrm>
            <a:off x="9316938" y="15906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六關遞進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7"/>
          <p:cNvSpPr/>
          <p:nvPr/>
        </p:nvSpPr>
        <p:spPr>
          <a:xfrm>
            <a:off x="7916763" y="2114550"/>
            <a:ext cx="9418662" cy="633413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7"/>
          <p:cNvSpPr/>
          <p:nvPr/>
        </p:nvSpPr>
        <p:spPr>
          <a:xfrm>
            <a:off x="8135838" y="2283619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7"/>
          <p:cNvSpPr/>
          <p:nvPr/>
        </p:nvSpPr>
        <p:spPr>
          <a:xfrm>
            <a:off x="8916888" y="2257425"/>
            <a:ext cx="328526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手動部署到</a:t>
            </a:r>
            <a:r>
              <a:rPr lang="en-US" sz="19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EC2（體會痛）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7"/>
          <p:cNvSpPr/>
          <p:nvPr/>
        </p:nvSpPr>
        <p:spPr>
          <a:xfrm>
            <a:off x="7916763" y="2852738"/>
            <a:ext cx="9418662" cy="633413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8135838" y="3021806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8916888" y="2995613"/>
            <a:ext cx="3873237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Dockerfile → 推 ECR → EC2 拉取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7"/>
          <p:cNvSpPr/>
          <p:nvPr/>
        </p:nvSpPr>
        <p:spPr>
          <a:xfrm>
            <a:off x="7916763" y="3590925"/>
            <a:ext cx="9418662" cy="633413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8135838" y="3759994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7"/>
          <p:cNvSpPr/>
          <p:nvPr/>
        </p:nvSpPr>
        <p:spPr>
          <a:xfrm>
            <a:off x="8916888" y="3733800"/>
            <a:ext cx="5197331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push GitHub → Actions 自動 Build → 進 ECR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7"/>
          <p:cNvSpPr/>
          <p:nvPr/>
        </p:nvSpPr>
        <p:spPr>
          <a:xfrm>
            <a:off x="7916763" y="4329113"/>
            <a:ext cx="9418662" cy="633413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7"/>
          <p:cNvSpPr/>
          <p:nvPr/>
        </p:nvSpPr>
        <p:spPr>
          <a:xfrm>
            <a:off x="8135838" y="4498181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"/>
          <p:cNvSpPr/>
          <p:nvPr/>
        </p:nvSpPr>
        <p:spPr>
          <a:xfrm>
            <a:off x="8916888" y="4471988"/>
            <a:ext cx="340747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ECR 更新 → 自動部署到 EC2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7"/>
          <p:cNvSpPr/>
          <p:nvPr/>
        </p:nvSpPr>
        <p:spPr>
          <a:xfrm>
            <a:off x="7916763" y="5067300"/>
            <a:ext cx="9418662" cy="633413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8135838" y="5236369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關4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7"/>
          <p:cNvSpPr/>
          <p:nvPr/>
        </p:nvSpPr>
        <p:spPr>
          <a:xfrm>
            <a:off x="8916888" y="5210175"/>
            <a:ext cx="362644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改自動部署到</a:t>
            </a:r>
            <a:r>
              <a:rPr lang="en-US" sz="19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ECS（Fargate</a:t>
            </a:r>
            <a:r>
              <a:rPr lang="en-US" sz="19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7916763" y="5805488"/>
            <a:ext cx="9418662" cy="633413"/>
          </a:xfrm>
          <a:prstGeom prst="roundRect">
            <a:avLst>
              <a:gd name="adj" fmla="val 18045"/>
            </a:avLst>
          </a:prstGeom>
          <a:gradFill>
            <a:gsLst>
              <a:gs pos="0">
                <a:srgbClr val="F3EAF8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8135838" y="5974556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關5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8916888" y="5948363"/>
            <a:ext cx="44910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跨雲：自動分發到 GCE 與 Cloud Run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7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7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2028825" y="9254505"/>
            <a:ext cx="567012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建出「改一行 code → 自動上線」的完整自動部署流水線。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7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10296525" y="9254505"/>
            <a:ext cx="5679624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CI/CD 是現代開發團隊日常標配，直接決定團隊交付速度。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761DE526-8A9F-11AF-E2C3-03C692BBEA55}"/>
              </a:ext>
            </a:extLst>
          </p:cNvPr>
          <p:cNvSpPr/>
          <p:nvPr/>
        </p:nvSpPr>
        <p:spPr>
          <a:xfrm>
            <a:off x="2266545" y="1352145"/>
            <a:ext cx="1741251" cy="1624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大家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5E8B21-5607-B44B-0B21-0DF57B6D7A52}"/>
              </a:ext>
            </a:extLst>
          </p:cNvPr>
          <p:cNvSpPr txBox="1"/>
          <p:nvPr/>
        </p:nvSpPr>
        <p:spPr>
          <a:xfrm>
            <a:off x="4007796" y="2861687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effectLst/>
              </a:rPr>
              <a:t>程式碼</a:t>
            </a:r>
            <a:endParaRPr lang="zh-TW" altLang="en-US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1BF6477-6513-4795-50DF-6DB440CF8464}"/>
                  </a:ext>
                </a:extLst>
              </p14:cNvPr>
              <p14:cNvContentPartPr/>
              <p14:nvPr/>
            </p14:nvContentPartPr>
            <p14:xfrm>
              <a:off x="3550328" y="2206716"/>
              <a:ext cx="1355760" cy="54108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1BF6477-6513-4795-50DF-6DB440CF84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2688" y="2188716"/>
                <a:ext cx="139140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F0AF6066-92B1-362A-CB26-A0D92A37C929}"/>
                  </a:ext>
                </a:extLst>
              </p14:cNvPr>
              <p14:cNvContentPartPr/>
              <p14:nvPr/>
            </p14:nvContentPartPr>
            <p14:xfrm>
              <a:off x="5408648" y="2343876"/>
              <a:ext cx="875520" cy="85644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F0AF6066-92B1-362A-CB26-A0D92A37C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0648" y="2325876"/>
                <a:ext cx="91116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5D096FC2-C4A2-3EF4-59D4-6F6DC28BC889}"/>
                  </a:ext>
                </a:extLst>
              </p14:cNvPr>
              <p14:cNvContentPartPr/>
              <p14:nvPr/>
            </p14:nvContentPartPr>
            <p14:xfrm>
              <a:off x="5992568" y="2276556"/>
              <a:ext cx="346320" cy="26388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5D096FC2-C4A2-3EF4-59D4-6F6DC28BC8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74568" y="2258556"/>
                <a:ext cx="381960" cy="2995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82434DD6-563C-8936-23B1-E8D471F986C1}"/>
              </a:ext>
            </a:extLst>
          </p:cNvPr>
          <p:cNvSpPr txBox="1"/>
          <p:nvPr/>
        </p:nvSpPr>
        <p:spPr>
          <a:xfrm>
            <a:off x="5992568" y="1445635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 err="1"/>
              <a:t>github</a:t>
            </a:r>
            <a:endParaRPr lang="zh-TW" altLang="en-US" sz="3200" dirty="0"/>
          </a:p>
        </p:txBody>
      </p:sp>
      <p:sp>
        <p:nvSpPr>
          <p:cNvPr id="11" name="笑臉 10">
            <a:extLst>
              <a:ext uri="{FF2B5EF4-FFF2-40B4-BE49-F238E27FC236}">
                <a16:creationId xmlns:a16="http://schemas.microsoft.com/office/drawing/2014/main" id="{8CEB6F60-A535-6B38-35BF-C5F3B42C08BA}"/>
              </a:ext>
            </a:extLst>
          </p:cNvPr>
          <p:cNvSpPr/>
          <p:nvPr/>
        </p:nvSpPr>
        <p:spPr>
          <a:xfrm>
            <a:off x="8477655" y="2721484"/>
            <a:ext cx="1332690" cy="106544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BD3868F9-70C1-6B34-4143-741F7FB123D2}"/>
                  </a:ext>
                </a:extLst>
              </p14:cNvPr>
              <p14:cNvContentPartPr/>
              <p14:nvPr/>
            </p14:nvContentPartPr>
            <p14:xfrm>
              <a:off x="7237448" y="1565916"/>
              <a:ext cx="837360" cy="7848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BD3868F9-70C1-6B34-4143-741F7FB123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9448" y="1547916"/>
                <a:ext cx="8730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9CC3656-263F-5CD4-C955-02A06B7733F4}"/>
                  </a:ext>
                </a:extLst>
              </p14:cNvPr>
              <p14:cNvContentPartPr/>
              <p14:nvPr/>
            </p14:nvContentPartPr>
            <p14:xfrm>
              <a:off x="7869608" y="1390956"/>
              <a:ext cx="352080" cy="51228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9CC3656-263F-5CD4-C955-02A06B7733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51968" y="1372956"/>
                <a:ext cx="387720" cy="547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C34041-B3CD-1733-9F2A-4E915A00DF69}"/>
              </a:ext>
            </a:extLst>
          </p:cNvPr>
          <p:cNvSpPr txBox="1"/>
          <p:nvPr/>
        </p:nvSpPr>
        <p:spPr>
          <a:xfrm>
            <a:off x="8221688" y="952849"/>
            <a:ext cx="1828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測試程式碼，變成安裝檔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D3C90B6B-1601-D2B9-F6C8-7ED981AB6DEE}"/>
                  </a:ext>
                </a:extLst>
              </p14:cNvPr>
              <p14:cNvContentPartPr/>
              <p14:nvPr/>
            </p14:nvContentPartPr>
            <p14:xfrm>
              <a:off x="10175048" y="1585716"/>
              <a:ext cx="1352880" cy="14904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D3C90B6B-1601-D2B9-F6C8-7ED981AB6D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57048" y="1567716"/>
                <a:ext cx="13885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8414121E-CE7F-F4E8-E0C2-0488BE5A83C2}"/>
                  </a:ext>
                </a:extLst>
              </p14:cNvPr>
              <p14:cNvContentPartPr/>
              <p14:nvPr/>
            </p14:nvContentPartPr>
            <p14:xfrm>
              <a:off x="12081608" y="2782356"/>
              <a:ext cx="360" cy="360"/>
            </p14:xfrm>
          </p:contentPart>
        </mc:Choice>
        <mc:Fallback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8414121E-CE7F-F4E8-E0C2-0488BE5A83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63968" y="276435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81D32073-03F0-3A26-F722-16DAB30F1CF3}"/>
              </a:ext>
            </a:extLst>
          </p:cNvPr>
          <p:cNvSpPr txBox="1"/>
          <p:nvPr/>
        </p:nvSpPr>
        <p:spPr>
          <a:xfrm>
            <a:off x="11521180" y="1445635"/>
            <a:ext cx="1707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儲存區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59323-0769-6085-A93E-D36949584FF5}"/>
              </a:ext>
            </a:extLst>
          </p:cNvPr>
          <p:cNvSpPr txBox="1"/>
          <p:nvPr/>
        </p:nvSpPr>
        <p:spPr>
          <a:xfrm>
            <a:off x="14403422" y="1445635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伺服器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F20C15EC-43BA-C32A-9B88-5CD62C362CA9}"/>
                  </a:ext>
                </a:extLst>
              </p14:cNvPr>
              <p14:cNvContentPartPr/>
              <p14:nvPr/>
            </p14:nvContentPartPr>
            <p14:xfrm>
              <a:off x="13093568" y="1498236"/>
              <a:ext cx="1072440" cy="438480"/>
            </p14:xfrm>
          </p:contentPart>
        </mc:Choice>
        <mc:Fallback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F20C15EC-43BA-C32A-9B88-5CD62C362C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075568" y="1480596"/>
                <a:ext cx="1108080" cy="4741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橢圓 25">
            <a:extLst>
              <a:ext uri="{FF2B5EF4-FFF2-40B4-BE49-F238E27FC236}">
                <a16:creationId xmlns:a16="http://schemas.microsoft.com/office/drawing/2014/main" id="{2E0427CF-D54E-290F-B3ED-2A6944EB1ED4}"/>
              </a:ext>
            </a:extLst>
          </p:cNvPr>
          <p:cNvSpPr/>
          <p:nvPr/>
        </p:nvSpPr>
        <p:spPr>
          <a:xfrm>
            <a:off x="12662171" y="2332661"/>
            <a:ext cx="1741251" cy="1624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維運工程師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E6C44AAC-5ECE-6A19-DA56-81BAEEC0C9D0}"/>
              </a:ext>
            </a:extLst>
          </p:cNvPr>
          <p:cNvGrpSpPr/>
          <p:nvPr/>
        </p:nvGrpSpPr>
        <p:grpSpPr>
          <a:xfrm>
            <a:off x="6906248" y="3443316"/>
            <a:ext cx="642240" cy="1619640"/>
            <a:chOff x="6906248" y="3443316"/>
            <a:chExt cx="642240" cy="161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5328295F-DC97-864D-ED28-5107A5E8845C}"/>
                    </a:ext>
                  </a:extLst>
                </p14:cNvPr>
                <p14:cNvContentPartPr/>
                <p14:nvPr/>
              </p14:nvContentPartPr>
              <p14:xfrm>
                <a:off x="7118288" y="3443316"/>
                <a:ext cx="279000" cy="136116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5328295F-DC97-864D-ED28-5107A5E884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00288" y="3425316"/>
                  <a:ext cx="31464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817ECC71-742F-D8F5-5AFC-8E752751BC65}"/>
                    </a:ext>
                  </a:extLst>
                </p14:cNvPr>
                <p14:cNvContentPartPr/>
                <p14:nvPr/>
              </p14:nvContentPartPr>
              <p14:xfrm>
                <a:off x="6906248" y="4562556"/>
                <a:ext cx="642240" cy="50040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817ECC71-742F-D8F5-5AFC-8E752751BC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88608" y="4544556"/>
                  <a:ext cx="677880" cy="536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AB442FB-C2ED-11CC-0B5D-E2F8E2909B03}"/>
              </a:ext>
            </a:extLst>
          </p:cNvPr>
          <p:cNvSpPr txBox="1"/>
          <p:nvPr/>
        </p:nvSpPr>
        <p:spPr>
          <a:xfrm>
            <a:off x="5992568" y="5865779"/>
            <a:ext cx="8081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自動流水線，當有工程師上傳程式碼，自動測試，自動放到儲存區，維運工程師收到通知，點一個按鈕，進行自動化部屬。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45C3374-809F-3EA8-42AF-351FCA6BEF2D}"/>
              </a:ext>
            </a:extLst>
          </p:cNvPr>
          <p:cNvSpPr txBox="1"/>
          <p:nvPr/>
        </p:nvSpPr>
        <p:spPr>
          <a:xfrm>
            <a:off x="5846408" y="8241200"/>
            <a:ext cx="8081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未來這個流程，會有</a:t>
            </a:r>
            <a:r>
              <a:rPr lang="en-US" altLang="zh-TW" sz="2400" dirty="0"/>
              <a:t>ai</a:t>
            </a:r>
            <a:r>
              <a:rPr lang="zh-TW" altLang="en-US" sz="2400" dirty="0"/>
              <a:t>介入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8799C037-2C7C-0105-2350-45C53C37A80F}"/>
                  </a:ext>
                </a:extLst>
              </p14:cNvPr>
              <p14:cNvContentPartPr/>
              <p14:nvPr/>
            </p14:nvContentPartPr>
            <p14:xfrm>
              <a:off x="7772048" y="6886716"/>
              <a:ext cx="720360" cy="1187280"/>
            </p14:xfrm>
          </p:contentPart>
        </mc:Choice>
        <mc:Fallback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8799C037-2C7C-0105-2350-45C53C37A8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54048" y="6868716"/>
                <a:ext cx="756000" cy="122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3335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8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4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2297609" y="781050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P4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2850133" y="609600"/>
            <a:ext cx="668751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無狀態微服務：五支 API 拆分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8"/>
          <p:cNvSpPr/>
          <p:nvPr/>
        </p:nvSpPr>
        <p:spPr>
          <a:xfrm>
            <a:off x="952500" y="1562100"/>
            <a:ext cx="7325841" cy="2352973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952500" y="3905548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8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952500" y="1562100"/>
            <a:ext cx="57150" cy="235297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8"/>
          <p:cNvSpPr/>
          <p:nvPr/>
        </p:nvSpPr>
        <p:spPr>
          <a:xfrm>
            <a:off x="8268816" y="1562100"/>
            <a:ext cx="9525" cy="2352973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8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8"/>
          <p:cNvSpPr/>
          <p:nvPr/>
        </p:nvSpPr>
        <p:spPr>
          <a:xfrm>
            <a:off x="1314450" y="2252663"/>
            <a:ext cx="6849053" cy="14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先做一支「單一 API 崩潰就整個掛掉」的 monolith，親身體會災難；再拆成 5 支獨立服務，一支掛不影響其他。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8"/>
          <p:cNvSpPr/>
          <p:nvPr/>
        </p:nvSpPr>
        <p:spPr>
          <a:xfrm>
            <a:off x="952500" y="4124623"/>
            <a:ext cx="7325841" cy="1397273"/>
          </a:xfrm>
          <a:prstGeom prst="roundRect">
            <a:avLst>
              <a:gd name="adj" fmla="val 10907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8"/>
          <p:cNvSpPr/>
          <p:nvPr/>
        </p:nvSpPr>
        <p:spPr>
          <a:xfrm>
            <a:off x="1266825" y="4419898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8"/>
          <p:cNvSpPr/>
          <p:nvPr/>
        </p:nvSpPr>
        <p:spPr>
          <a:xfrm>
            <a:off x="1266825" y="4815185"/>
            <a:ext cx="736691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monolith 版 + 五組件版 + 自動部署 pipeline + 架構圖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8"/>
          <p:cNvSpPr/>
          <p:nvPr/>
        </p:nvSpPr>
        <p:spPr>
          <a:xfrm>
            <a:off x="952500" y="8559180"/>
            <a:ext cx="866924" cy="361950"/>
          </a:xfrm>
          <a:prstGeom prst="roundRect">
            <a:avLst>
              <a:gd name="adj" fmla="val 21053"/>
            </a:avLst>
          </a:prstGeom>
          <a:solidFill>
            <a:srgbClr val="FBE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8"/>
          <p:cNvSpPr/>
          <p:nvPr/>
        </p:nvSpPr>
        <p:spPr>
          <a:xfrm>
            <a:off x="1085850" y="8625855"/>
            <a:ext cx="67642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Flask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8"/>
          <p:cNvSpPr/>
          <p:nvPr/>
        </p:nvSpPr>
        <p:spPr>
          <a:xfrm>
            <a:off x="1914674" y="8559180"/>
            <a:ext cx="2187253" cy="361950"/>
          </a:xfrm>
          <a:prstGeom prst="roundRect">
            <a:avLst>
              <a:gd name="adj" fmla="val 21053"/>
            </a:avLst>
          </a:prstGeom>
          <a:solidFill>
            <a:srgbClr val="FBE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8"/>
          <p:cNvSpPr/>
          <p:nvPr/>
        </p:nvSpPr>
        <p:spPr>
          <a:xfrm>
            <a:off x="2048024" y="8625855"/>
            <a:ext cx="199675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GitHub Submodule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8"/>
          <p:cNvSpPr/>
          <p:nvPr/>
        </p:nvSpPr>
        <p:spPr>
          <a:xfrm>
            <a:off x="4197176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BE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8"/>
          <p:cNvSpPr/>
          <p:nvPr/>
        </p:nvSpPr>
        <p:spPr>
          <a:xfrm>
            <a:off x="4330526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ECR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8"/>
          <p:cNvSpPr/>
          <p:nvPr/>
        </p:nvSpPr>
        <p:spPr>
          <a:xfrm>
            <a:off x="4919290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BE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5052640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ECS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8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8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/>
          <p:nvPr/>
        </p:nvSpPr>
        <p:spPr>
          <a:xfrm>
            <a:off x="8735541" y="215265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8697441" y="21526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8"/>
          <p:cNvSpPr/>
          <p:nvPr/>
        </p:nvSpPr>
        <p:spPr>
          <a:xfrm>
            <a:off x="9287991" y="2152650"/>
            <a:ext cx="6382353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monolith：打第 1 支 API 會把整個程序關閉，可重現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8"/>
          <p:cNvSpPr/>
          <p:nvPr/>
        </p:nvSpPr>
        <p:spPr>
          <a:xfrm>
            <a:off x="8735541" y="266700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8"/>
          <p:cNvSpPr/>
          <p:nvPr/>
        </p:nvSpPr>
        <p:spPr>
          <a:xfrm>
            <a:off x="8697441" y="266700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8"/>
          <p:cNvSpPr/>
          <p:nvPr/>
        </p:nvSpPr>
        <p:spPr>
          <a:xfrm>
            <a:off x="9287991" y="2667000"/>
            <a:ext cx="635321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拆成 5 支獨立 Flask；打爆第 1 支，其餘 4 支仍存活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/>
          <p:nvPr/>
        </p:nvSpPr>
        <p:spPr>
          <a:xfrm>
            <a:off x="8735541" y="318135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8"/>
          <p:cNvSpPr/>
          <p:nvPr/>
        </p:nvSpPr>
        <p:spPr>
          <a:xfrm>
            <a:off x="8697441" y="31813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/>
          <p:nvPr/>
        </p:nvSpPr>
        <p:spPr>
          <a:xfrm>
            <a:off x="9287991" y="3181350"/>
            <a:ext cx="413836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GitHub Submodule 管理 5 個 repo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8"/>
          <p:cNvSpPr/>
          <p:nvPr/>
        </p:nvSpPr>
        <p:spPr>
          <a:xfrm>
            <a:off x="8735541" y="369570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8"/>
          <p:cNvSpPr/>
          <p:nvPr/>
        </p:nvSpPr>
        <p:spPr>
          <a:xfrm>
            <a:off x="8697441" y="369570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8"/>
          <p:cNvSpPr/>
          <p:nvPr/>
        </p:nvSpPr>
        <p:spPr>
          <a:xfrm>
            <a:off x="9287991" y="3695700"/>
            <a:ext cx="4796894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GitHub Actions 自動封裝 Image 進 ECR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8"/>
          <p:cNvSpPr/>
          <p:nvPr/>
        </p:nvSpPr>
        <p:spPr>
          <a:xfrm>
            <a:off x="8735541" y="4210050"/>
            <a:ext cx="381000" cy="381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8"/>
          <p:cNvSpPr/>
          <p:nvPr/>
        </p:nvSpPr>
        <p:spPr>
          <a:xfrm>
            <a:off x="8697441" y="42100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lang="en-US" sz="172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9287991" y="4210050"/>
            <a:ext cx="2636974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ECR → ECS 自動部署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8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8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8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8"/>
          <p:cNvSpPr/>
          <p:nvPr/>
        </p:nvSpPr>
        <p:spPr>
          <a:xfrm>
            <a:off x="2028825" y="9254505"/>
            <a:ext cx="550068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體會單體崩潰的痛，並把系統拆成互不拖累的獨立服務。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8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8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8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10296525" y="9254505"/>
            <a:ext cx="726090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微服務是中大型系統主流架構，懂「爆一支不影響全部」就懂它為何存在。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6DE6D3-F3E0-975E-770B-186B540B1D7F}"/>
              </a:ext>
            </a:extLst>
          </p:cNvPr>
          <p:cNvSpPr/>
          <p:nvPr/>
        </p:nvSpPr>
        <p:spPr>
          <a:xfrm>
            <a:off x="2402733" y="1089498"/>
            <a:ext cx="2052536" cy="2011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B8AD22-D93F-1258-B9D4-2F7CD8F9279F}"/>
              </a:ext>
            </a:extLst>
          </p:cNvPr>
          <p:cNvSpPr/>
          <p:nvPr/>
        </p:nvSpPr>
        <p:spPr>
          <a:xfrm>
            <a:off x="8975389" y="1089498"/>
            <a:ext cx="2052536" cy="2011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  <a:p>
            <a:pPr algn="ctr"/>
            <a:r>
              <a:rPr lang="en-US" altLang="zh-TW" dirty="0"/>
              <a:t>2</a:t>
            </a:r>
          </a:p>
          <a:p>
            <a:pPr algn="ctr"/>
            <a:r>
              <a:rPr lang="en-US" altLang="zh-TW" dirty="0"/>
              <a:t>3</a:t>
            </a:r>
          </a:p>
          <a:p>
            <a:pPr algn="ctr"/>
            <a:r>
              <a:rPr lang="en-US" altLang="zh-TW" dirty="0"/>
              <a:t>4</a:t>
            </a:r>
          </a:p>
          <a:p>
            <a:pPr algn="ctr"/>
            <a:r>
              <a:rPr lang="en-US" altLang="zh-TW" dirty="0"/>
              <a:t>5</a:t>
            </a:r>
          </a:p>
          <a:p>
            <a:pPr algn="ctr"/>
            <a:r>
              <a:rPr lang="en-US" altLang="zh-TW" dirty="0"/>
              <a:t>6</a:t>
            </a:r>
          </a:p>
          <a:p>
            <a:pPr algn="ctr"/>
            <a:r>
              <a:rPr lang="en-US" altLang="zh-TW" dirty="0"/>
              <a:t>7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0DA4793-E77D-1A42-91DF-F2D3AA5CEA04}"/>
              </a:ext>
            </a:extLst>
          </p:cNvPr>
          <p:cNvCxnSpPr>
            <a:stCxn id="2" idx="3"/>
          </p:cNvCxnSpPr>
          <p:nvPr/>
        </p:nvCxnSpPr>
        <p:spPr>
          <a:xfrm>
            <a:off x="4455269" y="2095095"/>
            <a:ext cx="43871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FDC0A96-D1E7-C644-5F67-2B7388BD7579}"/>
              </a:ext>
            </a:extLst>
          </p:cNvPr>
          <p:cNvSpPr txBox="1"/>
          <p:nvPr/>
        </p:nvSpPr>
        <p:spPr>
          <a:xfrm>
            <a:off x="6177064" y="1702340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Ci/cd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F0CA72A-504C-4FA3-B629-2B008E8D14AE}"/>
              </a:ext>
            </a:extLst>
          </p:cNvPr>
          <p:cNvCxnSpPr>
            <a:cxnSpLocks/>
          </p:cNvCxnSpPr>
          <p:nvPr/>
        </p:nvCxnSpPr>
        <p:spPr>
          <a:xfrm>
            <a:off x="11222478" y="2066318"/>
            <a:ext cx="2114143" cy="28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E85B6BC-6EB9-BB8B-CA5F-628D819569B5}"/>
              </a:ext>
            </a:extLst>
          </p:cNvPr>
          <p:cNvSpPr txBox="1"/>
          <p:nvPr/>
        </p:nvSpPr>
        <p:spPr>
          <a:xfrm>
            <a:off x="13362563" y="1864262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程式碼其中有一個異常，</a:t>
            </a:r>
            <a:endParaRPr lang="en-US" altLang="zh-TW" sz="2400" dirty="0"/>
          </a:p>
          <a:p>
            <a:r>
              <a:rPr lang="zh-TW" altLang="en-US" sz="2400" dirty="0"/>
              <a:t>導致全體癱瘓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93A4EB-746D-B9A2-DBEB-EF621707EE82}"/>
              </a:ext>
            </a:extLst>
          </p:cNvPr>
          <p:cNvSpPr/>
          <p:nvPr/>
        </p:nvSpPr>
        <p:spPr>
          <a:xfrm>
            <a:off x="1802861" y="4889771"/>
            <a:ext cx="2052536" cy="2011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  <a:p>
            <a:pPr algn="ctr"/>
            <a:r>
              <a:rPr lang="en-US" altLang="zh-TW" dirty="0"/>
              <a:t>2</a:t>
            </a:r>
          </a:p>
          <a:p>
            <a:pPr algn="ctr"/>
            <a:r>
              <a:rPr lang="en-US" altLang="zh-TW" dirty="0"/>
              <a:t>3</a:t>
            </a:r>
          </a:p>
          <a:p>
            <a:pPr algn="ctr"/>
            <a:r>
              <a:rPr lang="en-US" altLang="zh-TW" dirty="0"/>
              <a:t>4</a:t>
            </a:r>
          </a:p>
          <a:p>
            <a:pPr algn="ctr"/>
            <a:r>
              <a:rPr lang="en-US" altLang="zh-TW" dirty="0"/>
              <a:t>5</a:t>
            </a:r>
          </a:p>
          <a:p>
            <a:pPr algn="ctr"/>
            <a:r>
              <a:rPr lang="en-US" altLang="zh-TW" dirty="0"/>
              <a:t>6</a:t>
            </a:r>
          </a:p>
          <a:p>
            <a:pPr algn="ctr"/>
            <a:r>
              <a:rPr lang="en-US" altLang="zh-TW" dirty="0"/>
              <a:t>7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60B2212-8C6C-D665-58B3-814A050C142F}"/>
              </a:ext>
            </a:extLst>
          </p:cNvPr>
          <p:cNvCxnSpPr>
            <a:cxnSpLocks/>
          </p:cNvCxnSpPr>
          <p:nvPr/>
        </p:nvCxnSpPr>
        <p:spPr>
          <a:xfrm>
            <a:off x="4049950" y="5983323"/>
            <a:ext cx="1728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82B63CF-C61F-B42F-8DC1-6EC2CA5B86BE}"/>
              </a:ext>
            </a:extLst>
          </p:cNvPr>
          <p:cNvSpPr/>
          <p:nvPr/>
        </p:nvSpPr>
        <p:spPr>
          <a:xfrm>
            <a:off x="6177064" y="5582868"/>
            <a:ext cx="2052536" cy="800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集中分發入口</a:t>
            </a:r>
            <a:endParaRPr lang="en-US" altLang="zh-TW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7035F2D-09A7-5455-41A9-55D277428250}"/>
              </a:ext>
            </a:extLst>
          </p:cNvPr>
          <p:cNvCxnSpPr>
            <a:cxnSpLocks/>
          </p:cNvCxnSpPr>
          <p:nvPr/>
        </p:nvCxnSpPr>
        <p:spPr>
          <a:xfrm flipV="1">
            <a:off x="8229600" y="5537472"/>
            <a:ext cx="1593712" cy="483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04942F73-42C7-F557-A219-3669DCFE97E6}"/>
              </a:ext>
            </a:extLst>
          </p:cNvPr>
          <p:cNvSpPr/>
          <p:nvPr/>
        </p:nvSpPr>
        <p:spPr>
          <a:xfrm>
            <a:off x="9299643" y="4749528"/>
            <a:ext cx="2052536" cy="783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488D9A-A809-06FA-93E1-A29E63508A71}"/>
              </a:ext>
            </a:extLst>
          </p:cNvPr>
          <p:cNvSpPr/>
          <p:nvPr/>
        </p:nvSpPr>
        <p:spPr>
          <a:xfrm>
            <a:off x="9299643" y="5759184"/>
            <a:ext cx="2052536" cy="783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F6920E-F987-5F43-7DAA-B2ADD3E5FD57}"/>
              </a:ext>
            </a:extLst>
          </p:cNvPr>
          <p:cNvSpPr/>
          <p:nvPr/>
        </p:nvSpPr>
        <p:spPr>
          <a:xfrm>
            <a:off x="9306130" y="6764780"/>
            <a:ext cx="2052536" cy="783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3545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5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P2-1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3193107" y="609600"/>
            <a:ext cx="467787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Agentic AI 組件切割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7655272" y="871538"/>
            <a:ext cx="359050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本地 VM 起手 → 上 AWS EC2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952500" y="1562100"/>
            <a:ext cx="7325841" cy="2265908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952500" y="3818483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952500" y="1562100"/>
            <a:ext cx="57150" cy="2265908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8268816" y="1562100"/>
            <a:ext cx="9525" cy="226590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1314450" y="2252663"/>
            <a:ext cx="6849053" cy="131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你用 LangChain 做了一套 Agentic AI 協同工具，原本全塞一台太不安全。先在本地 VM 練習切割組件，理解清楚後再把同一套架構搬上 AWS EC2。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952500" y="4037558"/>
            <a:ext cx="7325841" cy="1808708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1266825" y="4332833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1266825" y="4728121"/>
            <a:ext cx="6898107" cy="86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本地多 VM 練習版 + AWS EC2 正式版（至少 3 台：應用／資料層／向量庫）+ 架構圖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952500" y="8559180"/>
            <a:ext cx="1347043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1085850" y="8625855"/>
            <a:ext cx="115654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2394793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2528143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EC2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3116907" y="8559180"/>
            <a:ext cx="1467073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3250257" y="8625855"/>
            <a:ext cx="127657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PostgreSQL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4679231" y="8559180"/>
            <a:ext cx="1227013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4812581" y="8625855"/>
            <a:ext cx="103651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pgvector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9326091" y="2171700"/>
            <a:ext cx="702189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先畫出組件與依賴（App、Postgres、Redis、向量庫）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9326091" y="2743200"/>
            <a:ext cx="615193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本地先切成至少 3 台 VM 驗證跑得起來（練習）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9326091" y="3314700"/>
            <a:ext cx="6748001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E8890C"/>
                </a:solidFill>
                <a:latin typeface="Arial"/>
                <a:ea typeface="Arial"/>
                <a:cs typeface="Arial"/>
                <a:sym typeface="Arial"/>
              </a:rPr>
              <a:t>【必過】</a:t>
            </a: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同架構搬上 AWS EC2，至少 3 台、SG 正確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9326091" y="3886200"/>
            <a:ext cx="7224236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End-to-end 在 AWS 上：Agent 對話成功問答／呼叫工具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5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2028825" y="9254505"/>
            <a:ext cx="5579269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把一坨單體應用拆成多台、邊界清楚的服務並落地 AWS。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10296525" y="9254505"/>
            <a:ext cx="5940743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「先拆對再上雲」是系統設計核心功，面試與實戰都反覆考。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483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6"/>
          <p:cNvSpPr/>
          <p:nvPr/>
        </p:nvSpPr>
        <p:spPr>
          <a:xfrm>
            <a:off x="952500" y="738188"/>
            <a:ext cx="1135559" cy="409575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1143000" y="823913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2297609" y="7810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P2-2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3193107" y="609600"/>
            <a:ext cx="891610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EC2 進階</a:t>
            </a: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：Agentic AI + VPC 網段隔離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952500" y="1562100"/>
            <a:ext cx="7325841" cy="2352973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6"/>
          <p:cNvSpPr/>
          <p:nvPr/>
        </p:nvSpPr>
        <p:spPr>
          <a:xfrm>
            <a:off x="952500" y="3905548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952500" y="1562100"/>
            <a:ext cx="7325841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952500" y="1562100"/>
            <a:ext cx="57150" cy="2352973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8268816" y="1562100"/>
            <a:ext cx="9525" cy="2352973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1314450" y="1857375"/>
            <a:ext cx="731452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1314450" y="2252663"/>
            <a:ext cx="6849053" cy="14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同一套 Agentic AI 應用，直接用 AWS 原生方式落地：多台 EC2 搭配 VPC public/private 網段切分，做出正式的雲端組件隔離。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952500" y="4124623"/>
            <a:ext cx="7325841" cy="1397273"/>
          </a:xfrm>
          <a:prstGeom prst="roundRect">
            <a:avLst>
              <a:gd name="adj" fmla="val 10907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1266825" y="4419898"/>
            <a:ext cx="736691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1266825" y="4815185"/>
            <a:ext cx="736691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至少 3 台 EC2 的分層架構 + VPC 網段設計 + 架構圖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952500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1085850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EC2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1674614" y="8559180"/>
            <a:ext cx="626864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1807964" y="8625855"/>
            <a:ext cx="4363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VPC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2396728" y="8559180"/>
            <a:ext cx="1947193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6"/>
          <p:cNvSpPr/>
          <p:nvPr/>
        </p:nvSpPr>
        <p:spPr>
          <a:xfrm>
            <a:off x="2530078" y="8625855"/>
            <a:ext cx="17566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Security Group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4439171" y="8559180"/>
            <a:ext cx="1106984" cy="361950"/>
          </a:xfrm>
          <a:prstGeom prst="roundRect">
            <a:avLst>
              <a:gd name="adj" fmla="val 2105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4572521" y="8625855"/>
            <a:ext cx="91648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Bedrock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8735541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10297641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6"/>
          <p:cNvSpPr/>
          <p:nvPr/>
        </p:nvSpPr>
        <p:spPr>
          <a:xfrm>
            <a:off x="10411941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6"/>
          <p:cNvSpPr/>
          <p:nvPr/>
        </p:nvSpPr>
        <p:spPr>
          <a:xfrm>
            <a:off x="8735541" y="2171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6"/>
          <p:cNvSpPr/>
          <p:nvPr/>
        </p:nvSpPr>
        <p:spPr>
          <a:xfrm>
            <a:off x="8697441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9326091" y="2171700"/>
            <a:ext cx="176022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組件與依賴圖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8735541" y="2743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6"/>
          <p:cNvSpPr/>
          <p:nvPr/>
        </p:nvSpPr>
        <p:spPr>
          <a:xfrm>
            <a:off x="8697441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9326091" y="2743200"/>
            <a:ext cx="741864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至少 3 台 EC2，應用層在 public、資料層在 private subnet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8735541" y="3314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8697441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9326091" y="3314700"/>
            <a:ext cx="4267371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SG 串接正確，資料層外網連不到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8735541" y="3886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8697441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9326091" y="3886200"/>
            <a:ext cx="5820169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End-to-end：Agent 對話成功問答／呼叫工具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6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6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2028825" y="9254505"/>
            <a:ext cx="5190946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 AWS 原生方式做出多層、分網段的正式雲端架構。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6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10296525" y="9254505"/>
            <a:ext cx="5500688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這就是生產環境的最小骨架，交付客戶、過稽核都靠它。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5124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BD438073-3C77-C9AC-D64E-80CA225EA496}"/>
              </a:ext>
            </a:extLst>
          </p:cNvPr>
          <p:cNvSpPr/>
          <p:nvPr/>
        </p:nvSpPr>
        <p:spPr>
          <a:xfrm>
            <a:off x="5126477" y="3715966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Dify</a:t>
            </a:r>
            <a:endParaRPr lang="en-US" altLang="zh-TW" sz="2800" dirty="0"/>
          </a:p>
          <a:p>
            <a:pPr algn="ctr"/>
            <a:r>
              <a:rPr lang="en-US" altLang="zh-TW" sz="2800" dirty="0"/>
              <a:t>AI</a:t>
            </a:r>
            <a:r>
              <a:rPr lang="zh-TW" altLang="en-US" sz="2800" dirty="0"/>
              <a:t>框架</a:t>
            </a:r>
            <a:endParaRPr lang="en-US" altLang="zh-TW" sz="2800" dirty="0"/>
          </a:p>
          <a:p>
            <a:pPr algn="ctr"/>
            <a:r>
              <a:rPr lang="en-US" altLang="zh-TW" sz="2800" dirty="0"/>
              <a:t>+Database</a:t>
            </a:r>
          </a:p>
          <a:p>
            <a:pPr algn="ctr"/>
            <a:r>
              <a:rPr lang="zh-TW" altLang="en-US" sz="2800" dirty="0"/>
              <a:t>同一台</a:t>
            </a:r>
            <a:r>
              <a:rPr lang="en-US" altLang="zh-TW" sz="2800" dirty="0"/>
              <a:t>ec2</a:t>
            </a:r>
            <a:endParaRPr lang="zh-TW" altLang="en-US" sz="28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3D6D154-88EF-D00A-475E-6220FBF47513}"/>
              </a:ext>
            </a:extLst>
          </p:cNvPr>
          <p:cNvSpPr/>
          <p:nvPr/>
        </p:nvSpPr>
        <p:spPr>
          <a:xfrm>
            <a:off x="9500681" y="1942289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AWS </a:t>
            </a:r>
          </a:p>
          <a:p>
            <a:pPr algn="ctr"/>
            <a:r>
              <a:rPr lang="en-US" altLang="zh-TW" sz="2800" dirty="0"/>
              <a:t>Bedrock</a:t>
            </a:r>
            <a:endParaRPr lang="zh-TW" altLang="en-US" sz="2800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479F1B2-2ABD-0105-397A-A32E97054B36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918315" y="3036651"/>
            <a:ext cx="1582366" cy="177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2B2C5A60-F60F-4F76-3E31-1AFBA06C3768}"/>
              </a:ext>
            </a:extLst>
          </p:cNvPr>
          <p:cNvSpPr txBox="1"/>
          <p:nvPr/>
        </p:nvSpPr>
        <p:spPr>
          <a:xfrm>
            <a:off x="8122596" y="325876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調用算力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600CACD-8060-7C79-6B8E-49E597E4B61D}"/>
              </a:ext>
            </a:extLst>
          </p:cNvPr>
          <p:cNvSpPr txBox="1"/>
          <p:nvPr/>
        </p:nvSpPr>
        <p:spPr>
          <a:xfrm>
            <a:off x="12448162" y="2409216"/>
            <a:ext cx="3427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監控用戶講了什麼</a:t>
            </a:r>
            <a:endParaRPr lang="en-US" altLang="zh-TW" sz="2400" dirty="0"/>
          </a:p>
          <a:p>
            <a:r>
              <a:rPr lang="zh-TW" altLang="en-US" sz="2400" dirty="0"/>
              <a:t>計算</a:t>
            </a:r>
            <a:r>
              <a:rPr lang="en-US" altLang="zh-TW" sz="2400" dirty="0"/>
              <a:t>token</a:t>
            </a:r>
            <a:r>
              <a:rPr lang="zh-TW" altLang="en-US" sz="2400" dirty="0"/>
              <a:t>費用</a:t>
            </a:r>
          </a:p>
        </p:txBody>
      </p:sp>
      <p:sp>
        <p:nvSpPr>
          <p:cNvPr id="10" name="笑臉 9">
            <a:extLst>
              <a:ext uri="{FF2B5EF4-FFF2-40B4-BE49-F238E27FC236}">
                <a16:creationId xmlns:a16="http://schemas.microsoft.com/office/drawing/2014/main" id="{369C1B81-0583-3A80-4921-62B9AEF70581}"/>
              </a:ext>
            </a:extLst>
          </p:cNvPr>
          <p:cNvSpPr/>
          <p:nvPr/>
        </p:nvSpPr>
        <p:spPr>
          <a:xfrm>
            <a:off x="690665" y="3969695"/>
            <a:ext cx="1643974" cy="17736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03ACF20-C37B-1BA4-5939-E31BF0A44FCB}"/>
              </a:ext>
            </a:extLst>
          </p:cNvPr>
          <p:cNvCxnSpPr>
            <a:stCxn id="10" idx="6"/>
          </p:cNvCxnSpPr>
          <p:nvPr/>
        </p:nvCxnSpPr>
        <p:spPr>
          <a:xfrm>
            <a:off x="2334639" y="4856534"/>
            <a:ext cx="2791838" cy="1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9CEB4BD-0AE3-818E-E95B-1ECCF38C4837}"/>
              </a:ext>
            </a:extLst>
          </p:cNvPr>
          <p:cNvSpPr txBox="1"/>
          <p:nvPr/>
        </p:nvSpPr>
        <p:spPr>
          <a:xfrm>
            <a:off x="2539611" y="4123877"/>
            <a:ext cx="235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過濾用戶講的話</a:t>
            </a:r>
          </a:p>
        </p:txBody>
      </p:sp>
    </p:spTree>
    <p:extLst>
      <p:ext uri="{BB962C8B-B14F-4D97-AF65-F5344CB8AC3E}">
        <p14:creationId xmlns:p14="http://schemas.microsoft.com/office/powerpoint/2010/main" val="2445243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7E3E-554A-3F40-97A5-5D2796C2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A4CF99-2917-70CE-C337-0EA6A756A366}"/>
              </a:ext>
            </a:extLst>
          </p:cNvPr>
          <p:cNvSpPr/>
          <p:nvPr/>
        </p:nvSpPr>
        <p:spPr>
          <a:xfrm>
            <a:off x="5126477" y="3715966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Dify</a:t>
            </a:r>
            <a:endParaRPr lang="en-US" altLang="zh-TW" sz="2800" dirty="0"/>
          </a:p>
          <a:p>
            <a:pPr algn="ctr"/>
            <a:r>
              <a:rPr lang="en-US" altLang="zh-TW" sz="2800" dirty="0"/>
              <a:t>AI</a:t>
            </a:r>
            <a:r>
              <a:rPr lang="zh-TW" altLang="en-US" sz="2800" dirty="0"/>
              <a:t>框架</a:t>
            </a:r>
            <a:endParaRPr lang="en-US" altLang="zh-TW" sz="2800" dirty="0"/>
          </a:p>
          <a:p>
            <a:pPr algn="ctr"/>
            <a:r>
              <a:rPr lang="zh-TW" altLang="en-US" sz="2800" dirty="0"/>
              <a:t>同一台</a:t>
            </a:r>
            <a:r>
              <a:rPr lang="en-US" altLang="zh-TW" sz="2800" dirty="0"/>
              <a:t>ec2</a:t>
            </a:r>
            <a:endParaRPr lang="zh-TW" altLang="en-US" sz="28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D97B30F-475F-7FD3-ED4A-4504D88B0C74}"/>
              </a:ext>
            </a:extLst>
          </p:cNvPr>
          <p:cNvSpPr/>
          <p:nvPr/>
        </p:nvSpPr>
        <p:spPr>
          <a:xfrm>
            <a:off x="9500681" y="1942289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AWS </a:t>
            </a:r>
          </a:p>
          <a:p>
            <a:pPr algn="ctr"/>
            <a:r>
              <a:rPr lang="en-US" altLang="zh-TW" sz="2800" dirty="0"/>
              <a:t>Bedrock</a:t>
            </a:r>
            <a:endParaRPr lang="zh-TW" altLang="en-US" sz="2800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878EEA04-AAFE-66BD-F401-2CFD2BE350F7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918315" y="3036651"/>
            <a:ext cx="1582366" cy="177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42809E-5FB5-736D-1CD6-E95940937E9E}"/>
              </a:ext>
            </a:extLst>
          </p:cNvPr>
          <p:cNvSpPr txBox="1"/>
          <p:nvPr/>
        </p:nvSpPr>
        <p:spPr>
          <a:xfrm>
            <a:off x="8122596" y="325876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調用算力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607162-BBA2-FC78-7916-A53D9B75E5FD}"/>
              </a:ext>
            </a:extLst>
          </p:cNvPr>
          <p:cNvSpPr txBox="1"/>
          <p:nvPr/>
        </p:nvSpPr>
        <p:spPr>
          <a:xfrm>
            <a:off x="12448162" y="2409216"/>
            <a:ext cx="3427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監控用戶講了什麼</a:t>
            </a:r>
            <a:endParaRPr lang="en-US" altLang="zh-TW" sz="2400" dirty="0"/>
          </a:p>
          <a:p>
            <a:r>
              <a:rPr lang="zh-TW" altLang="en-US" sz="2400" dirty="0"/>
              <a:t>計算</a:t>
            </a:r>
            <a:r>
              <a:rPr lang="en-US" altLang="zh-TW" sz="2400" dirty="0"/>
              <a:t>token</a:t>
            </a:r>
            <a:r>
              <a:rPr lang="zh-TW" altLang="en-US" sz="2400" dirty="0"/>
              <a:t>費用</a:t>
            </a:r>
          </a:p>
        </p:txBody>
      </p:sp>
      <p:sp>
        <p:nvSpPr>
          <p:cNvPr id="10" name="笑臉 9">
            <a:extLst>
              <a:ext uri="{FF2B5EF4-FFF2-40B4-BE49-F238E27FC236}">
                <a16:creationId xmlns:a16="http://schemas.microsoft.com/office/drawing/2014/main" id="{44D1927F-BB27-7267-0C79-EE9B97662257}"/>
              </a:ext>
            </a:extLst>
          </p:cNvPr>
          <p:cNvSpPr/>
          <p:nvPr/>
        </p:nvSpPr>
        <p:spPr>
          <a:xfrm>
            <a:off x="690665" y="3969695"/>
            <a:ext cx="1643974" cy="17736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03E32C4-D202-D9ED-1E30-90D4FED28056}"/>
              </a:ext>
            </a:extLst>
          </p:cNvPr>
          <p:cNvCxnSpPr>
            <a:stCxn id="10" idx="6"/>
          </p:cNvCxnSpPr>
          <p:nvPr/>
        </p:nvCxnSpPr>
        <p:spPr>
          <a:xfrm>
            <a:off x="2334639" y="4856534"/>
            <a:ext cx="2791838" cy="1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DD02A3-9AE0-CC49-00C8-C43093A5372C}"/>
              </a:ext>
            </a:extLst>
          </p:cNvPr>
          <p:cNvSpPr txBox="1"/>
          <p:nvPr/>
        </p:nvSpPr>
        <p:spPr>
          <a:xfrm>
            <a:off x="2539611" y="4123877"/>
            <a:ext cx="235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過濾用戶講的話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E57D0E-7C15-CD2E-CA68-7C0120316D00}"/>
              </a:ext>
            </a:extLst>
          </p:cNvPr>
          <p:cNvSpPr/>
          <p:nvPr/>
        </p:nvSpPr>
        <p:spPr>
          <a:xfrm>
            <a:off x="9500681" y="5629072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Database</a:t>
            </a:r>
          </a:p>
          <a:p>
            <a:pPr algn="ctr"/>
            <a:r>
              <a:rPr lang="zh-TW" altLang="en-US" sz="2800" dirty="0"/>
              <a:t>另一台</a:t>
            </a:r>
            <a:r>
              <a:rPr lang="en-US" altLang="zh-TW" sz="2800" dirty="0"/>
              <a:t>ec2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54D7CA8-B9BB-E443-A164-ADC25A6A81B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18315" y="4810328"/>
            <a:ext cx="1582366" cy="205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858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4E3E-4C5C-3C54-2DE0-BC70FA0C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78E1CB85-5B68-EE47-D1A3-AF01BEDED5C6}"/>
              </a:ext>
            </a:extLst>
          </p:cNvPr>
          <p:cNvSpPr/>
          <p:nvPr/>
        </p:nvSpPr>
        <p:spPr>
          <a:xfrm>
            <a:off x="5126477" y="3715966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自開發一套</a:t>
            </a:r>
            <a:endParaRPr lang="en-US" altLang="zh-TW" sz="2800" dirty="0"/>
          </a:p>
          <a:p>
            <a:pPr algn="ctr"/>
            <a:r>
              <a:rPr lang="zh-TW" altLang="en-US" sz="2800" dirty="0"/>
              <a:t>同一台</a:t>
            </a:r>
            <a:r>
              <a:rPr lang="en-US" altLang="zh-TW" sz="2800" dirty="0"/>
              <a:t>ec2</a:t>
            </a:r>
            <a:endParaRPr lang="zh-TW" altLang="en-US" sz="28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017467D-4A28-D53B-9464-06A0FCDF7882}"/>
              </a:ext>
            </a:extLst>
          </p:cNvPr>
          <p:cNvSpPr/>
          <p:nvPr/>
        </p:nvSpPr>
        <p:spPr>
          <a:xfrm>
            <a:off x="9500681" y="1942289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AWS </a:t>
            </a:r>
          </a:p>
          <a:p>
            <a:pPr algn="ctr"/>
            <a:r>
              <a:rPr lang="en-US" altLang="zh-TW" sz="2800" dirty="0"/>
              <a:t>Bedrock</a:t>
            </a:r>
            <a:endParaRPr lang="zh-TW" altLang="en-US" sz="2800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74E65225-C9DD-557B-ABC6-808358C8642E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918315" y="3036651"/>
            <a:ext cx="1582366" cy="177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B54DDC90-C223-CD7B-C3C7-5D7DF2A1B662}"/>
              </a:ext>
            </a:extLst>
          </p:cNvPr>
          <p:cNvSpPr txBox="1"/>
          <p:nvPr/>
        </p:nvSpPr>
        <p:spPr>
          <a:xfrm>
            <a:off x="8122596" y="325876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調用算力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2AEE93-CC2E-24C9-A1D3-3C5CDE3695AA}"/>
              </a:ext>
            </a:extLst>
          </p:cNvPr>
          <p:cNvSpPr txBox="1"/>
          <p:nvPr/>
        </p:nvSpPr>
        <p:spPr>
          <a:xfrm>
            <a:off x="12448162" y="2409216"/>
            <a:ext cx="3427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監控用戶講了什麼</a:t>
            </a:r>
            <a:endParaRPr lang="en-US" altLang="zh-TW" sz="2400" dirty="0"/>
          </a:p>
          <a:p>
            <a:r>
              <a:rPr lang="zh-TW" altLang="en-US" sz="2400" dirty="0"/>
              <a:t>計算</a:t>
            </a:r>
            <a:r>
              <a:rPr lang="en-US" altLang="zh-TW" sz="2400" dirty="0"/>
              <a:t>token</a:t>
            </a:r>
            <a:r>
              <a:rPr lang="zh-TW" altLang="en-US" sz="2400" dirty="0"/>
              <a:t>費用</a:t>
            </a:r>
          </a:p>
        </p:txBody>
      </p:sp>
      <p:sp>
        <p:nvSpPr>
          <p:cNvPr id="10" name="笑臉 9">
            <a:extLst>
              <a:ext uri="{FF2B5EF4-FFF2-40B4-BE49-F238E27FC236}">
                <a16:creationId xmlns:a16="http://schemas.microsoft.com/office/drawing/2014/main" id="{4F0B64D7-A137-0FDB-33AD-C94E6944131B}"/>
              </a:ext>
            </a:extLst>
          </p:cNvPr>
          <p:cNvSpPr/>
          <p:nvPr/>
        </p:nvSpPr>
        <p:spPr>
          <a:xfrm>
            <a:off x="690665" y="3969695"/>
            <a:ext cx="1643974" cy="17736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7F0BC0B-9845-8624-241B-A8F15D81096B}"/>
              </a:ext>
            </a:extLst>
          </p:cNvPr>
          <p:cNvCxnSpPr>
            <a:stCxn id="10" idx="6"/>
          </p:cNvCxnSpPr>
          <p:nvPr/>
        </p:nvCxnSpPr>
        <p:spPr>
          <a:xfrm>
            <a:off x="2334639" y="4856534"/>
            <a:ext cx="2791838" cy="1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27ABEF1-6A54-E8F3-4ACE-A9D39CEF871C}"/>
              </a:ext>
            </a:extLst>
          </p:cNvPr>
          <p:cNvSpPr txBox="1"/>
          <p:nvPr/>
        </p:nvSpPr>
        <p:spPr>
          <a:xfrm>
            <a:off x="2539611" y="4123877"/>
            <a:ext cx="235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過濾用戶講的話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852D15A-D8AF-80FD-8334-D9F262F91192}"/>
              </a:ext>
            </a:extLst>
          </p:cNvPr>
          <p:cNvSpPr/>
          <p:nvPr/>
        </p:nvSpPr>
        <p:spPr>
          <a:xfrm>
            <a:off x="9500681" y="5629072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Database</a:t>
            </a:r>
          </a:p>
          <a:p>
            <a:pPr algn="ctr"/>
            <a:r>
              <a:rPr lang="zh-TW" altLang="en-US" sz="2800" dirty="0"/>
              <a:t>另一台</a:t>
            </a:r>
            <a:r>
              <a:rPr lang="en-US" altLang="zh-TW" sz="2800" dirty="0"/>
              <a:t>ec2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4598037-4ADC-E85F-6E28-0627D9C8B25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18315" y="4810328"/>
            <a:ext cx="1582366" cy="205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9882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9"/>
          <p:cNvSpPr/>
          <p:nvPr/>
        </p:nvSpPr>
        <p:spPr>
          <a:xfrm>
            <a:off x="952500" y="688181"/>
            <a:ext cx="2518767" cy="409575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9"/>
          <p:cNvSpPr/>
          <p:nvPr/>
        </p:nvSpPr>
        <p:spPr>
          <a:xfrm>
            <a:off x="1143000" y="773906"/>
            <a:ext cx="22139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TIER 5 · CAPSTONE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9"/>
          <p:cNvSpPr/>
          <p:nvPr/>
        </p:nvSpPr>
        <p:spPr>
          <a:xfrm>
            <a:off x="3680817" y="731044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B7791F"/>
                </a:solidFill>
                <a:latin typeface="Courier New"/>
                <a:ea typeface="Courier New"/>
                <a:cs typeface="Courier New"/>
                <a:sym typeface="Courier New"/>
              </a:rPr>
              <a:t>P5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9"/>
          <p:cNvSpPr/>
          <p:nvPr/>
        </p:nvSpPr>
        <p:spPr>
          <a:xfrm>
            <a:off x="4233342" y="571500"/>
            <a:ext cx="4487235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企業客服 Agentic AI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9"/>
          <p:cNvSpPr/>
          <p:nvPr/>
        </p:nvSpPr>
        <p:spPr>
          <a:xfrm>
            <a:off x="952500" y="1443038"/>
            <a:ext cx="6864474" cy="1687711"/>
          </a:xfrm>
          <a:prstGeom prst="roundRect">
            <a:avLst>
              <a:gd name="adj" fmla="val 903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9"/>
          <p:cNvSpPr/>
          <p:nvPr/>
        </p:nvSpPr>
        <p:spPr>
          <a:xfrm>
            <a:off x="952500" y="3121223"/>
            <a:ext cx="6864474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9"/>
          <p:cNvSpPr/>
          <p:nvPr/>
        </p:nvSpPr>
        <p:spPr>
          <a:xfrm>
            <a:off x="952500" y="1443038"/>
            <a:ext cx="6864474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952500" y="1443038"/>
            <a:ext cx="57150" cy="1687711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9"/>
          <p:cNvSpPr/>
          <p:nvPr/>
        </p:nvSpPr>
        <p:spPr>
          <a:xfrm>
            <a:off x="7807449" y="1443038"/>
            <a:ext cx="9525" cy="1687711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9"/>
          <p:cNvSpPr/>
          <p:nvPr/>
        </p:nvSpPr>
        <p:spPr>
          <a:xfrm>
            <a:off x="1295400" y="1700213"/>
            <a:ext cx="6848929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11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A5A11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9"/>
          <p:cNvSpPr/>
          <p:nvPr/>
        </p:nvSpPr>
        <p:spPr>
          <a:xfrm>
            <a:off x="1295400" y="2076450"/>
            <a:ext cx="6413088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幫公司做一個內部客服 Agentic AI：要能管理 Prompt、整合多來源知識、接外部工具，還要能被監控。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952500" y="3302198"/>
            <a:ext cx="6864474" cy="1262063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1247775" y="3559373"/>
            <a:ext cx="6901316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1247775" y="3935611"/>
            <a:ext cx="690131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可對話的客服 Agent + 評測報告 + 監控面板 + 架構圖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952500" y="8630617"/>
            <a:ext cx="1257523" cy="328613"/>
          </a:xfrm>
          <a:prstGeom prst="roundRect">
            <a:avLst>
              <a:gd name="adj" fmla="val 23188"/>
            </a:avLst>
          </a:prstGeom>
          <a:solidFill>
            <a:srgbClr val="F7EF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1066800" y="8687767"/>
            <a:ext cx="1105123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1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8A5A11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9"/>
          <p:cNvSpPr/>
          <p:nvPr/>
        </p:nvSpPr>
        <p:spPr>
          <a:xfrm>
            <a:off x="2305273" y="8630617"/>
            <a:ext cx="571574" cy="328613"/>
          </a:xfrm>
          <a:prstGeom prst="roundRect">
            <a:avLst>
              <a:gd name="adj" fmla="val 23188"/>
            </a:avLst>
          </a:prstGeom>
          <a:solidFill>
            <a:srgbClr val="F7EF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9"/>
          <p:cNvSpPr/>
          <p:nvPr/>
        </p:nvSpPr>
        <p:spPr>
          <a:xfrm>
            <a:off x="2419573" y="8687767"/>
            <a:ext cx="419174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1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8A5A11"/>
                </a:solidFill>
                <a:latin typeface="Courier New"/>
                <a:ea typeface="Courier New"/>
                <a:cs typeface="Courier New"/>
                <a:sym typeface="Courier New"/>
              </a:rPr>
              <a:t>RAG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9"/>
          <p:cNvSpPr/>
          <p:nvPr/>
        </p:nvSpPr>
        <p:spPr>
          <a:xfrm>
            <a:off x="2972098" y="8630617"/>
            <a:ext cx="571574" cy="328613"/>
          </a:xfrm>
          <a:prstGeom prst="roundRect">
            <a:avLst>
              <a:gd name="adj" fmla="val 23188"/>
            </a:avLst>
          </a:prstGeom>
          <a:solidFill>
            <a:srgbClr val="F7EF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9"/>
          <p:cNvSpPr/>
          <p:nvPr/>
        </p:nvSpPr>
        <p:spPr>
          <a:xfrm>
            <a:off x="3086398" y="8687767"/>
            <a:ext cx="419174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1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8A5A11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9"/>
          <p:cNvSpPr/>
          <p:nvPr/>
        </p:nvSpPr>
        <p:spPr>
          <a:xfrm>
            <a:off x="3638922" y="8630617"/>
            <a:ext cx="1143149" cy="328613"/>
          </a:xfrm>
          <a:prstGeom prst="roundRect">
            <a:avLst>
              <a:gd name="adj" fmla="val 23188"/>
            </a:avLst>
          </a:prstGeom>
          <a:solidFill>
            <a:srgbClr val="F7EF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9"/>
          <p:cNvSpPr/>
          <p:nvPr/>
        </p:nvSpPr>
        <p:spPr>
          <a:xfrm>
            <a:off x="3753222" y="8687767"/>
            <a:ext cx="990749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1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8A5A11"/>
                </a:solidFill>
                <a:latin typeface="Courier New"/>
                <a:ea typeface="Courier New"/>
                <a:cs typeface="Courier New"/>
                <a:sym typeface="Courier New"/>
              </a:rPr>
              <a:t>pgvector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8236074" y="1443038"/>
            <a:ext cx="1519238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9750549" y="1462088"/>
            <a:ext cx="590550" cy="347663"/>
          </a:xfrm>
          <a:prstGeom prst="roundRect">
            <a:avLst>
              <a:gd name="adj" fmla="val 16438"/>
            </a:avLst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9864849" y="1509712"/>
            <a:ext cx="438150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8236074" y="1981200"/>
            <a:ext cx="361950" cy="36195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8197974" y="1981200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8750424" y="1981200"/>
            <a:ext cx="480598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Prompt 管理：有版本控管、能做 A/B 比較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8236074" y="2457450"/>
            <a:ext cx="361950" cy="36195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8197974" y="2457450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8750424" y="2457450"/>
            <a:ext cx="871269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Knowledge/RAG：多來源知識庫 + 防 data drift + 效能測試（命中率／延遲）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8236074" y="2933700"/>
            <a:ext cx="361950" cy="36195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8197974" y="2933700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8750424" y="2933700"/>
            <a:ext cx="52198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MCP：接至少一個外部工具／資料源進 Agent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9"/>
          <p:cNvSpPr/>
          <p:nvPr/>
        </p:nvSpPr>
        <p:spPr>
          <a:xfrm>
            <a:off x="8236074" y="3409950"/>
            <a:ext cx="361950" cy="36195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8197974" y="3409950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9"/>
          <p:cNvSpPr/>
          <p:nvPr/>
        </p:nvSpPr>
        <p:spPr>
          <a:xfrm>
            <a:off x="8750424" y="3409950"/>
            <a:ext cx="491730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監控：任務成功數、Token 使用數能出圖表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8236074" y="3886200"/>
            <a:ext cx="361950" cy="36195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8197974" y="3886200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8750424" y="3886200"/>
            <a:ext cx="854972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rPr>
              <a:t>【必過】</a:t>
            </a:r>
            <a:r>
              <a:rPr lang="en-US" sz="18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整套部署在 AWS；向量庫用 RDS+pgvector 或自架 Chroma/FAISS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9"/>
          <p:cNvSpPr/>
          <p:nvPr/>
        </p:nvSpPr>
        <p:spPr>
          <a:xfrm>
            <a:off x="952500" y="91497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9"/>
          <p:cNvSpPr/>
          <p:nvPr/>
        </p:nvSpPr>
        <p:spPr>
          <a:xfrm>
            <a:off x="952500" y="97059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952500" y="91497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9"/>
          <p:cNvSpPr/>
          <p:nvPr/>
        </p:nvSpPr>
        <p:spPr>
          <a:xfrm>
            <a:off x="952500" y="9149730"/>
            <a:ext cx="47625" cy="56577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9"/>
          <p:cNvSpPr/>
          <p:nvPr/>
        </p:nvSpPr>
        <p:spPr>
          <a:xfrm>
            <a:off x="9058275" y="91497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9"/>
          <p:cNvSpPr/>
          <p:nvPr/>
        </p:nvSpPr>
        <p:spPr>
          <a:xfrm>
            <a:off x="1209675" y="93354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B7791F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9"/>
          <p:cNvSpPr/>
          <p:nvPr/>
        </p:nvSpPr>
        <p:spPr>
          <a:xfrm>
            <a:off x="2028825" y="9292605"/>
            <a:ext cx="6395777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整合 Prompt 管理、RAG、MCP 與監控，做出可上線的企業級 AI。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9220200" y="91497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9220200" y="97059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9"/>
          <p:cNvSpPr/>
          <p:nvPr/>
        </p:nvSpPr>
        <p:spPr>
          <a:xfrm>
            <a:off x="9220200" y="91497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9220200" y="91497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9"/>
          <p:cNvSpPr/>
          <p:nvPr/>
        </p:nvSpPr>
        <p:spPr>
          <a:xfrm>
            <a:off x="17325975" y="91497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9477375" y="93354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9"/>
          <p:cNvSpPr/>
          <p:nvPr/>
        </p:nvSpPr>
        <p:spPr>
          <a:xfrm>
            <a:off x="10296525" y="9292605"/>
            <a:ext cx="6456923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這是現在企業最缺、最搶的 AI 落地能力，履歷上最有份量的作品。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6764-425C-DB87-A783-BE964B8A3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1F04978A-6998-304C-EEE2-A8C7780118F6}"/>
              </a:ext>
            </a:extLst>
          </p:cNvPr>
          <p:cNvSpPr/>
          <p:nvPr/>
        </p:nvSpPr>
        <p:spPr>
          <a:xfrm>
            <a:off x="5126477" y="3715966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Dify</a:t>
            </a:r>
            <a:endParaRPr lang="en-US" altLang="zh-TW" sz="2800" dirty="0"/>
          </a:p>
          <a:p>
            <a:pPr algn="ctr"/>
            <a:r>
              <a:rPr lang="en-US" altLang="zh-TW" sz="2800" dirty="0"/>
              <a:t>AI</a:t>
            </a:r>
            <a:r>
              <a:rPr lang="zh-TW" altLang="en-US" sz="2800" dirty="0"/>
              <a:t>框架</a:t>
            </a:r>
            <a:endParaRPr lang="en-US" altLang="zh-TW" sz="2800" dirty="0"/>
          </a:p>
          <a:p>
            <a:pPr algn="ctr"/>
            <a:r>
              <a:rPr lang="en-US" altLang="zh-TW" sz="2800" dirty="0"/>
              <a:t>+Database</a:t>
            </a:r>
          </a:p>
          <a:p>
            <a:pPr algn="ctr"/>
            <a:r>
              <a:rPr lang="zh-TW" altLang="en-US" sz="2800" dirty="0"/>
              <a:t>同一台</a:t>
            </a:r>
            <a:r>
              <a:rPr lang="en-US" altLang="zh-TW" sz="2800" dirty="0"/>
              <a:t>ec2</a:t>
            </a:r>
            <a:endParaRPr lang="zh-TW" altLang="en-US" sz="28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3CE267-71B4-8A00-20A2-4E754D8688F8}"/>
              </a:ext>
            </a:extLst>
          </p:cNvPr>
          <p:cNvSpPr/>
          <p:nvPr/>
        </p:nvSpPr>
        <p:spPr>
          <a:xfrm>
            <a:off x="9500681" y="1942289"/>
            <a:ext cx="2791838" cy="2188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AWS </a:t>
            </a:r>
          </a:p>
          <a:p>
            <a:pPr algn="ctr"/>
            <a:r>
              <a:rPr lang="en-US" altLang="zh-TW" sz="2800" dirty="0"/>
              <a:t>Bedrock</a:t>
            </a:r>
            <a:endParaRPr lang="zh-TW" altLang="en-US" sz="2800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0B8071-34D5-5892-5703-915FDEB2248F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918315" y="3036651"/>
            <a:ext cx="1582366" cy="177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20C410-BE0E-4EFD-C58D-FB68D9A796FD}"/>
              </a:ext>
            </a:extLst>
          </p:cNvPr>
          <p:cNvSpPr txBox="1"/>
          <p:nvPr/>
        </p:nvSpPr>
        <p:spPr>
          <a:xfrm>
            <a:off x="8122596" y="325876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調用算力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EC74922-0718-A40B-172A-4396BF03BBCD}"/>
              </a:ext>
            </a:extLst>
          </p:cNvPr>
          <p:cNvSpPr txBox="1"/>
          <p:nvPr/>
        </p:nvSpPr>
        <p:spPr>
          <a:xfrm>
            <a:off x="12448162" y="2409216"/>
            <a:ext cx="3427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監控用戶講了什麼</a:t>
            </a:r>
            <a:endParaRPr lang="en-US" altLang="zh-TW" sz="2400" dirty="0"/>
          </a:p>
          <a:p>
            <a:r>
              <a:rPr lang="zh-TW" altLang="en-US" sz="2400" dirty="0"/>
              <a:t>計算</a:t>
            </a:r>
            <a:r>
              <a:rPr lang="en-US" altLang="zh-TW" sz="2400" dirty="0"/>
              <a:t>token</a:t>
            </a:r>
            <a:r>
              <a:rPr lang="zh-TW" altLang="en-US" sz="2400" dirty="0"/>
              <a:t>費用</a:t>
            </a:r>
          </a:p>
        </p:txBody>
      </p:sp>
      <p:sp>
        <p:nvSpPr>
          <p:cNvPr id="10" name="笑臉 9">
            <a:extLst>
              <a:ext uri="{FF2B5EF4-FFF2-40B4-BE49-F238E27FC236}">
                <a16:creationId xmlns:a16="http://schemas.microsoft.com/office/drawing/2014/main" id="{7A90EB02-0559-7DD2-B3C5-D14EC78A560D}"/>
              </a:ext>
            </a:extLst>
          </p:cNvPr>
          <p:cNvSpPr/>
          <p:nvPr/>
        </p:nvSpPr>
        <p:spPr>
          <a:xfrm>
            <a:off x="690665" y="3969695"/>
            <a:ext cx="1643974" cy="17736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1FC9E59-9EEE-232F-0186-2D396B2A50A3}"/>
              </a:ext>
            </a:extLst>
          </p:cNvPr>
          <p:cNvCxnSpPr>
            <a:stCxn id="10" idx="6"/>
          </p:cNvCxnSpPr>
          <p:nvPr/>
        </p:nvCxnSpPr>
        <p:spPr>
          <a:xfrm>
            <a:off x="2334639" y="4856534"/>
            <a:ext cx="2791838" cy="1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37FCE1-DC06-F6CF-693E-2E620DD78562}"/>
              </a:ext>
            </a:extLst>
          </p:cNvPr>
          <p:cNvSpPr txBox="1"/>
          <p:nvPr/>
        </p:nvSpPr>
        <p:spPr>
          <a:xfrm>
            <a:off x="2539611" y="4123877"/>
            <a:ext cx="235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過濾用戶講的話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17146D-2585-5D1C-5215-4535CFAB9898}"/>
              </a:ext>
            </a:extLst>
          </p:cNvPr>
          <p:cNvSpPr/>
          <p:nvPr/>
        </p:nvSpPr>
        <p:spPr>
          <a:xfrm>
            <a:off x="9951396" y="8531157"/>
            <a:ext cx="3025302" cy="1536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891E3B-AA30-B6D6-3BAE-4A253A9C41DB}"/>
              </a:ext>
            </a:extLst>
          </p:cNvPr>
          <p:cNvSpPr/>
          <p:nvPr/>
        </p:nvSpPr>
        <p:spPr>
          <a:xfrm>
            <a:off x="6517532" y="6974732"/>
            <a:ext cx="2626468" cy="1429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Bedrock knowledge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373C1E-C24D-F595-9AB7-645DD822F9E7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7986409" y="8404698"/>
            <a:ext cx="1964987" cy="894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A68ED6C-41E0-7F8D-F48F-4539FC2FB6F1}"/>
              </a:ext>
            </a:extLst>
          </p:cNvPr>
          <p:cNvCxnSpPr>
            <a:cxnSpLocks/>
            <a:stCxn id="5" idx="0"/>
            <a:endCxn id="2" idx="2"/>
          </p:cNvCxnSpPr>
          <p:nvPr/>
        </p:nvCxnSpPr>
        <p:spPr>
          <a:xfrm flipH="1" flipV="1">
            <a:off x="6522396" y="5904689"/>
            <a:ext cx="1308370" cy="1070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403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7284A"/>
              </a:gs>
              <a:gs pos="62000">
                <a:srgbClr val="0C1526"/>
              </a:gs>
              <a:gs pos="100000">
                <a:srgbClr val="0C152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1143000" y="3414713"/>
            <a:ext cx="1760220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250"/>
              <a:buFont typeface="Courier New"/>
              <a:buNone/>
            </a:pPr>
            <a:r>
              <a:rPr lang="en-US" sz="11250" b="1" i="0" u="none" strike="noStrike" cap="none" dirty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1143000" y="5033963"/>
            <a:ext cx="176022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0"/>
              <a:buFont typeface="Arial"/>
              <a:buNone/>
            </a:pPr>
            <a:r>
              <a:rPr lang="en-US" sz="6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延伸 / 替代題</a:t>
            </a:r>
            <a:endParaRPr sz="6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1143000" y="6443663"/>
            <a:ext cx="176022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EDC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C4CEDC"/>
                </a:solidFill>
                <a:latin typeface="Arial"/>
                <a:ea typeface="Arial"/>
                <a:cs typeface="Arial"/>
                <a:sym typeface="Arial"/>
              </a:rPr>
              <a:t>主線之外的自選題，難度已對應到 Tier · 可換口味，或當暖身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1"/>
          <p:cNvSpPr/>
          <p:nvPr/>
        </p:nvSpPr>
        <p:spPr>
          <a:xfrm>
            <a:off x="952500" y="709613"/>
            <a:ext cx="1931863" cy="466725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1143000" y="795338"/>
            <a:ext cx="16270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延伸 ≈ TIER 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1"/>
          <p:cNvSpPr/>
          <p:nvPr/>
        </p:nvSpPr>
        <p:spPr>
          <a:xfrm>
            <a:off x="3093913" y="781050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E1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1"/>
          <p:cNvSpPr/>
          <p:nvPr/>
        </p:nvSpPr>
        <p:spPr>
          <a:xfrm>
            <a:off x="3646438" y="609600"/>
            <a:ext cx="661850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S3 + CloudFront 靜態作品集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952500" y="1562100"/>
            <a:ext cx="7962900" cy="1966912"/>
          </a:xfrm>
          <a:prstGeom prst="roundRect">
            <a:avLst>
              <a:gd name="adj" fmla="val 77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1"/>
          <p:cNvSpPr/>
          <p:nvPr/>
        </p:nvSpPr>
        <p:spPr>
          <a:xfrm>
            <a:off x="952500" y="3519488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1"/>
          <p:cNvSpPr/>
          <p:nvPr/>
        </p:nvSpPr>
        <p:spPr>
          <a:xfrm>
            <a:off x="952500" y="1562100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1"/>
          <p:cNvSpPr/>
          <p:nvPr/>
        </p:nvSpPr>
        <p:spPr>
          <a:xfrm>
            <a:off x="952500" y="1562100"/>
            <a:ext cx="57150" cy="196691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1"/>
          <p:cNvSpPr/>
          <p:nvPr/>
        </p:nvSpPr>
        <p:spPr>
          <a:xfrm>
            <a:off x="8905875" y="1562100"/>
            <a:ext cx="9525" cy="1966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1"/>
          <p:cNvSpPr/>
          <p:nvPr/>
        </p:nvSpPr>
        <p:spPr>
          <a:xfrm>
            <a:off x="1333500" y="1876425"/>
            <a:ext cx="7973377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1333500" y="2271713"/>
            <a:ext cx="7465981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比 CS 更簡單的零失敗暖身題，給最沒信心的同學先建立成就感：把個人作品集或班網放上雲端。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952500" y="3738563"/>
            <a:ext cx="7962900" cy="1450628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1"/>
          <p:cNvSpPr/>
          <p:nvPr/>
        </p:nvSpPr>
        <p:spPr>
          <a:xfrm>
            <a:off x="1285875" y="4052888"/>
            <a:ext cx="8025765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1"/>
          <p:cNvSpPr/>
          <p:nvPr/>
        </p:nvSpPr>
        <p:spPr>
          <a:xfrm>
            <a:off x="1285875" y="4448175"/>
            <a:ext cx="802576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可公開瀏覽的靜態網站 + 架構圖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1"/>
          <p:cNvSpPr/>
          <p:nvPr/>
        </p:nvSpPr>
        <p:spPr>
          <a:xfrm>
            <a:off x="952500" y="8549655"/>
            <a:ext cx="518220" cy="371475"/>
          </a:xfrm>
          <a:prstGeom prst="roundRect">
            <a:avLst>
              <a:gd name="adj" fmla="val 2051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1085850" y="8616330"/>
            <a:ext cx="3277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S3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1565970" y="8549655"/>
            <a:ext cx="1524223" cy="371475"/>
          </a:xfrm>
          <a:prstGeom prst="roundRect">
            <a:avLst>
              <a:gd name="adj" fmla="val 2051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1"/>
          <p:cNvSpPr/>
          <p:nvPr/>
        </p:nvSpPr>
        <p:spPr>
          <a:xfrm>
            <a:off x="1699320" y="8616330"/>
            <a:ext cx="133372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CloudFront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3185443" y="8549655"/>
            <a:ext cx="1272704" cy="371475"/>
          </a:xfrm>
          <a:prstGeom prst="roundRect">
            <a:avLst>
              <a:gd name="adj" fmla="val 20513"/>
            </a:avLst>
          </a:prstGeom>
          <a:solidFill>
            <a:srgbClr val="ED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1"/>
          <p:cNvSpPr/>
          <p:nvPr/>
        </p:nvSpPr>
        <p:spPr>
          <a:xfrm>
            <a:off x="3318793" y="8616330"/>
            <a:ext cx="108220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Route 53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9372600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10934700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1"/>
          <p:cNvSpPr/>
          <p:nvPr/>
        </p:nvSpPr>
        <p:spPr>
          <a:xfrm>
            <a:off x="11049000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1"/>
          <p:cNvSpPr/>
          <p:nvPr/>
        </p:nvSpPr>
        <p:spPr>
          <a:xfrm>
            <a:off x="9372600" y="2190750"/>
            <a:ext cx="419100" cy="4191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1"/>
          <p:cNvSpPr/>
          <p:nvPr/>
        </p:nvSpPr>
        <p:spPr>
          <a:xfrm>
            <a:off x="9334500" y="219075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9982200" y="2190750"/>
            <a:ext cx="2335337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S3 靜態網站託管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9372600" y="2819400"/>
            <a:ext cx="419100" cy="4191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1"/>
          <p:cNvSpPr/>
          <p:nvPr/>
        </p:nvSpPr>
        <p:spPr>
          <a:xfrm>
            <a:off x="9334500" y="281940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1"/>
          <p:cNvSpPr/>
          <p:nvPr/>
        </p:nvSpPr>
        <p:spPr>
          <a:xfrm>
            <a:off x="9982200" y="2819400"/>
            <a:ext cx="4608054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CloudFront CDN 加速並綁 HTTPS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9372600" y="3448050"/>
            <a:ext cx="419100" cy="4191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1"/>
          <p:cNvSpPr/>
          <p:nvPr/>
        </p:nvSpPr>
        <p:spPr>
          <a:xfrm>
            <a:off x="9334500" y="3448050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1"/>
          <p:cNvSpPr/>
          <p:nvPr/>
        </p:nvSpPr>
        <p:spPr>
          <a:xfrm>
            <a:off x="9982200" y="3448050"/>
            <a:ext cx="3457575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外部瀏覽得到、載入正常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1"/>
          <p:cNvSpPr/>
          <p:nvPr/>
        </p:nvSpPr>
        <p:spPr>
          <a:xfrm>
            <a:off x="9372600" y="4191000"/>
            <a:ext cx="87591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加分：自訂網域 + Route 53；上傳即自動失效快取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1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1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1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1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1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1"/>
          <p:cNvSpPr/>
          <p:nvPr/>
        </p:nvSpPr>
        <p:spPr>
          <a:xfrm>
            <a:off x="2028825" y="9254505"/>
            <a:ext cx="4604779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把靜態網站上 S3 + CloudFront 並綁定 HTTPS。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1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1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21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1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1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1"/>
          <p:cNvSpPr/>
          <p:nvPr/>
        </p:nvSpPr>
        <p:spPr>
          <a:xfrm>
            <a:off x="10296525" y="9254505"/>
            <a:ext cx="6160770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最快、最省的網站上線方式，個人品牌與行銷活動頁都用得到。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2"/>
          <p:cNvSpPr/>
          <p:nvPr/>
        </p:nvSpPr>
        <p:spPr>
          <a:xfrm>
            <a:off x="952500" y="657225"/>
            <a:ext cx="1931863" cy="466725"/>
          </a:xfrm>
          <a:prstGeom prst="roundRect">
            <a:avLst>
              <a:gd name="adj" fmla="val 50000"/>
            </a:avLst>
          </a:prstGeom>
          <a:solidFill>
            <a:srgbClr val="E6EF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22"/>
          <p:cNvSpPr/>
          <p:nvPr/>
        </p:nvSpPr>
        <p:spPr>
          <a:xfrm>
            <a:off x="1143000" y="742950"/>
            <a:ext cx="16270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延伸 ≈ TIER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3093913" y="728663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E2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2"/>
          <p:cNvSpPr/>
          <p:nvPr/>
        </p:nvSpPr>
        <p:spPr>
          <a:xfrm>
            <a:off x="3646438" y="609600"/>
            <a:ext cx="48327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LIN</a:t>
            </a: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 Bot on Lambda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2"/>
          <p:cNvSpPr/>
          <p:nvPr/>
        </p:nvSpPr>
        <p:spPr>
          <a:xfrm>
            <a:off x="952500" y="1457325"/>
            <a:ext cx="7962900" cy="1966912"/>
          </a:xfrm>
          <a:prstGeom prst="roundRect">
            <a:avLst>
              <a:gd name="adj" fmla="val 77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2"/>
          <p:cNvSpPr/>
          <p:nvPr/>
        </p:nvSpPr>
        <p:spPr>
          <a:xfrm>
            <a:off x="952500" y="3414713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2"/>
          <p:cNvSpPr/>
          <p:nvPr/>
        </p:nvSpPr>
        <p:spPr>
          <a:xfrm>
            <a:off x="952500" y="1457325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2"/>
          <p:cNvSpPr/>
          <p:nvPr/>
        </p:nvSpPr>
        <p:spPr>
          <a:xfrm>
            <a:off x="952500" y="1457325"/>
            <a:ext cx="57150" cy="196691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2"/>
          <p:cNvSpPr/>
          <p:nvPr/>
        </p:nvSpPr>
        <p:spPr>
          <a:xfrm>
            <a:off x="8905875" y="1457325"/>
            <a:ext cx="9525" cy="1966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22"/>
          <p:cNvSpPr/>
          <p:nvPr/>
        </p:nvSpPr>
        <p:spPr>
          <a:xfrm>
            <a:off x="1333500" y="1771650"/>
            <a:ext cx="7973377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2"/>
          <p:cNvSpPr/>
          <p:nvPr/>
        </p:nvSpPr>
        <p:spPr>
          <a:xfrm>
            <a:off x="1333500" y="2166938"/>
            <a:ext cx="7465981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台灣有共鳴的中階保底題：做一個 LINE 聊天機器人，跑在無伺服器架構上。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2"/>
          <p:cNvSpPr/>
          <p:nvPr/>
        </p:nvSpPr>
        <p:spPr>
          <a:xfrm>
            <a:off x="952500" y="3633788"/>
            <a:ext cx="7962900" cy="1450628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2"/>
          <p:cNvSpPr/>
          <p:nvPr/>
        </p:nvSpPr>
        <p:spPr>
          <a:xfrm>
            <a:off x="1285875" y="3948112"/>
            <a:ext cx="8025765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2"/>
          <p:cNvSpPr/>
          <p:nvPr/>
        </p:nvSpPr>
        <p:spPr>
          <a:xfrm>
            <a:off x="1285875" y="4343400"/>
            <a:ext cx="802576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可實際加好友對話的 LINE Bot + 架構圖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2"/>
          <p:cNvSpPr/>
          <p:nvPr/>
        </p:nvSpPr>
        <p:spPr>
          <a:xfrm>
            <a:off x="952500" y="8549655"/>
            <a:ext cx="1021259" cy="371475"/>
          </a:xfrm>
          <a:prstGeom prst="roundRect">
            <a:avLst>
              <a:gd name="adj" fmla="val 2051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22"/>
          <p:cNvSpPr/>
          <p:nvPr/>
        </p:nvSpPr>
        <p:spPr>
          <a:xfrm>
            <a:off x="1085850" y="8616330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2"/>
          <p:cNvSpPr/>
          <p:nvPr/>
        </p:nvSpPr>
        <p:spPr>
          <a:xfrm>
            <a:off x="2069009" y="8549655"/>
            <a:ext cx="1649983" cy="371475"/>
          </a:xfrm>
          <a:prstGeom prst="roundRect">
            <a:avLst>
              <a:gd name="adj" fmla="val 2051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2"/>
          <p:cNvSpPr/>
          <p:nvPr/>
        </p:nvSpPr>
        <p:spPr>
          <a:xfrm>
            <a:off x="2202359" y="8616330"/>
            <a:ext cx="14594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API Gateway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3814242" y="8549655"/>
            <a:ext cx="2530227" cy="371475"/>
          </a:xfrm>
          <a:prstGeom prst="roundRect">
            <a:avLst>
              <a:gd name="adj" fmla="val 20513"/>
            </a:avLst>
          </a:prstGeom>
          <a:solidFill>
            <a:srgbClr val="EA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22"/>
          <p:cNvSpPr/>
          <p:nvPr/>
        </p:nvSpPr>
        <p:spPr>
          <a:xfrm>
            <a:off x="3947592" y="8616330"/>
            <a:ext cx="23397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LINE Messaging API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2"/>
          <p:cNvSpPr/>
          <p:nvPr/>
        </p:nvSpPr>
        <p:spPr>
          <a:xfrm>
            <a:off x="9372600" y="14573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2"/>
          <p:cNvSpPr/>
          <p:nvPr/>
        </p:nvSpPr>
        <p:spPr>
          <a:xfrm>
            <a:off x="10934700" y="1476375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2"/>
          <p:cNvSpPr/>
          <p:nvPr/>
        </p:nvSpPr>
        <p:spPr>
          <a:xfrm>
            <a:off x="11049000" y="15240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2"/>
          <p:cNvSpPr/>
          <p:nvPr/>
        </p:nvSpPr>
        <p:spPr>
          <a:xfrm>
            <a:off x="9372600" y="2085975"/>
            <a:ext cx="419100" cy="41910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2"/>
          <p:cNvSpPr/>
          <p:nvPr/>
        </p:nvSpPr>
        <p:spPr>
          <a:xfrm>
            <a:off x="9334500" y="2085975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2"/>
          <p:cNvSpPr/>
          <p:nvPr/>
        </p:nvSpPr>
        <p:spPr>
          <a:xfrm>
            <a:off x="9982200" y="2085975"/>
            <a:ext cx="5621179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Lambda + API Gateway 接 LINE Webhook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2"/>
          <p:cNvSpPr/>
          <p:nvPr/>
        </p:nvSpPr>
        <p:spPr>
          <a:xfrm>
            <a:off x="9372600" y="2714625"/>
            <a:ext cx="419100" cy="41910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2"/>
          <p:cNvSpPr/>
          <p:nvPr/>
        </p:nvSpPr>
        <p:spPr>
          <a:xfrm>
            <a:off x="9334500" y="2714625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2"/>
          <p:cNvSpPr/>
          <p:nvPr/>
        </p:nvSpPr>
        <p:spPr>
          <a:xfrm>
            <a:off x="9982200" y="2714625"/>
            <a:ext cx="3457575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加好友後真的能一問一答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2"/>
          <p:cNvSpPr/>
          <p:nvPr/>
        </p:nvSpPr>
        <p:spPr>
          <a:xfrm>
            <a:off x="9372600" y="3343275"/>
            <a:ext cx="419100" cy="41910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2"/>
          <p:cNvSpPr/>
          <p:nvPr/>
        </p:nvSpPr>
        <p:spPr>
          <a:xfrm>
            <a:off x="9334500" y="3343275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2"/>
          <p:cNvSpPr/>
          <p:nvPr/>
        </p:nvSpPr>
        <p:spPr>
          <a:xfrm>
            <a:off x="9982200" y="3343275"/>
            <a:ext cx="4237003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金鑰以環境變數／Secrets 管理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9372600" y="4086225"/>
            <a:ext cx="87591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加分：接 LangChain 做問答；對話記錄存 DynamoDB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2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2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2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2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3BB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0073BB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2"/>
          <p:cNvSpPr/>
          <p:nvPr/>
        </p:nvSpPr>
        <p:spPr>
          <a:xfrm>
            <a:off x="2028825" y="9254505"/>
            <a:ext cx="4401041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用無伺服器架構做出真的能對話的 LINE Bot。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2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2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2"/>
          <p:cNvSpPr/>
          <p:nvPr/>
        </p:nvSpPr>
        <p:spPr>
          <a:xfrm>
            <a:off x="10296525" y="9254505"/>
            <a:ext cx="6443581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台灣企業超愛 LINE 官方帳號自動化，Serverless 又省成本又好賣。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972B56-E395-A208-A637-9369953560DC}"/>
              </a:ext>
            </a:extLst>
          </p:cNvPr>
          <p:cNvSpPr/>
          <p:nvPr/>
        </p:nvSpPr>
        <p:spPr>
          <a:xfrm>
            <a:off x="2480553" y="2509737"/>
            <a:ext cx="3628417" cy="3404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Ec2</a:t>
            </a:r>
          </a:p>
          <a:p>
            <a:pPr algn="ctr"/>
            <a:endParaRPr lang="en-US" altLang="zh-TW" dirty="0"/>
          </a:p>
          <a:p>
            <a:pPr algn="ctr"/>
            <a:r>
              <a:rPr lang="zh-TW" altLang="en-US" dirty="0"/>
              <a:t>長期租費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167B9F-23DA-0E77-A4EB-313A268AF6A1}"/>
              </a:ext>
            </a:extLst>
          </p:cNvPr>
          <p:cNvSpPr/>
          <p:nvPr/>
        </p:nvSpPr>
        <p:spPr>
          <a:xfrm>
            <a:off x="8780834" y="2623226"/>
            <a:ext cx="3628417" cy="3404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LAMBDA</a:t>
            </a:r>
          </a:p>
          <a:p>
            <a:pPr algn="ctr"/>
            <a:r>
              <a:rPr lang="zh-TW" altLang="en-US" dirty="0"/>
              <a:t>按次計費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915760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9EA7499-88EF-D164-60D4-18AD1823F7FA}"/>
              </a:ext>
            </a:extLst>
          </p:cNvPr>
          <p:cNvSpPr/>
          <p:nvPr/>
        </p:nvSpPr>
        <p:spPr>
          <a:xfrm>
            <a:off x="7655668" y="22957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程式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AE9A859C-CAA8-40C1-9F27-136BD8F4F5C5}"/>
                  </a:ext>
                </a:extLst>
              </p14:cNvPr>
              <p14:cNvContentPartPr/>
              <p14:nvPr/>
            </p14:nvContentPartPr>
            <p14:xfrm>
              <a:off x="8106848" y="3336756"/>
              <a:ext cx="382680" cy="1124280"/>
            </p14:xfrm>
          </p:contentPart>
        </mc:Choice>
        <mc:Fallback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AE9A859C-CAA8-40C1-9F27-136BD8F4F5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9208" y="3318756"/>
                <a:ext cx="418320" cy="11599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359DA52D-166B-9098-DCE0-82F57412CCD5}"/>
              </a:ext>
            </a:extLst>
          </p:cNvPr>
          <p:cNvSpPr/>
          <p:nvPr/>
        </p:nvSpPr>
        <p:spPr>
          <a:xfrm>
            <a:off x="7684851" y="4686300"/>
            <a:ext cx="2052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lambda</a:t>
            </a:r>
            <a:endParaRPr lang="zh-TW" altLang="en-US" dirty="0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840657DA-6AF8-EE8F-CB40-16AC09FCB6E0}"/>
              </a:ext>
            </a:extLst>
          </p:cNvPr>
          <p:cNvSpPr/>
          <p:nvPr/>
        </p:nvSpPr>
        <p:spPr>
          <a:xfrm>
            <a:off x="3618689" y="4105072"/>
            <a:ext cx="2373549" cy="275292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Line</a:t>
            </a:r>
            <a:endParaRPr lang="zh-TW" altLang="en-US" dirty="0"/>
          </a:p>
        </p:txBody>
      </p:sp>
      <p:sp>
        <p:nvSpPr>
          <p:cNvPr id="7" name="笑臉 6">
            <a:extLst>
              <a:ext uri="{FF2B5EF4-FFF2-40B4-BE49-F238E27FC236}">
                <a16:creationId xmlns:a16="http://schemas.microsoft.com/office/drawing/2014/main" id="{EED66460-170B-551E-6125-B01507AD0607}"/>
              </a:ext>
            </a:extLst>
          </p:cNvPr>
          <p:cNvSpPr/>
          <p:nvPr/>
        </p:nvSpPr>
        <p:spPr>
          <a:xfrm>
            <a:off x="1303506" y="1536970"/>
            <a:ext cx="1741251" cy="1877439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7A5E2FF1-4226-8845-2334-4A2A4F3148D0}"/>
                  </a:ext>
                </a:extLst>
              </p14:cNvPr>
              <p14:cNvContentPartPr/>
              <p14:nvPr/>
            </p14:nvContentPartPr>
            <p14:xfrm>
              <a:off x="2081888" y="3511716"/>
              <a:ext cx="2027520" cy="242244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7A5E2FF1-4226-8845-2334-4A2A4F3148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3888" y="3493716"/>
                <a:ext cx="2063160" cy="24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3B16A261-B1AC-0EC4-C35E-A4916AFD51C5}"/>
                  </a:ext>
                </a:extLst>
              </p14:cNvPr>
              <p14:cNvContentPartPr/>
              <p14:nvPr/>
            </p14:nvContentPartPr>
            <p14:xfrm>
              <a:off x="5641568" y="5145396"/>
              <a:ext cx="2063160" cy="82764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3B16A261-B1AC-0EC4-C35E-A4916AFD51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3568" y="5127396"/>
                <a:ext cx="2098800" cy="86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68F4E759-2FA0-805E-9400-FC977C7E8614}"/>
                  </a:ext>
                </a:extLst>
              </p14:cNvPr>
              <p14:cNvContentPartPr/>
              <p14:nvPr/>
            </p14:nvContentPartPr>
            <p14:xfrm>
              <a:off x="7518968" y="5048556"/>
              <a:ext cx="165960" cy="37296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68F4E759-2FA0-805E-9400-FC977C7E86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00968" y="5030556"/>
                <a:ext cx="201600" cy="408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F471ACDB-F53D-A727-166A-4699F9BF9D91}"/>
              </a:ext>
            </a:extLst>
          </p:cNvPr>
          <p:cNvSpPr txBox="1"/>
          <p:nvPr/>
        </p:nvSpPr>
        <p:spPr>
          <a:xfrm>
            <a:off x="9241277" y="5973036"/>
            <a:ext cx="32640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Serverless </a:t>
            </a:r>
            <a:r>
              <a:rPr lang="zh-TW" altLang="en-US" sz="2400" dirty="0"/>
              <a:t>的監控思維</a:t>
            </a:r>
            <a:endParaRPr lang="en-US" altLang="zh-TW" sz="2400" dirty="0"/>
          </a:p>
          <a:p>
            <a:r>
              <a:rPr lang="zh-TW" altLang="en-US" sz="2400" dirty="0"/>
              <a:t>每個月調度幾次</a:t>
            </a:r>
            <a:endParaRPr lang="en-US" altLang="zh-TW" sz="2400" dirty="0"/>
          </a:p>
          <a:p>
            <a:r>
              <a:rPr lang="zh-TW" altLang="en-US" sz="2400" dirty="0"/>
              <a:t>調度的時間</a:t>
            </a:r>
            <a:endParaRPr lang="en-US" altLang="zh-TW" sz="2400" dirty="0"/>
          </a:p>
          <a:p>
            <a:r>
              <a:rPr lang="zh-TW" altLang="en-US" sz="2400" dirty="0"/>
              <a:t>調度的成功率</a:t>
            </a:r>
          </a:p>
        </p:txBody>
      </p:sp>
    </p:spTree>
    <p:extLst>
      <p:ext uri="{BB962C8B-B14F-4D97-AF65-F5344CB8AC3E}">
        <p14:creationId xmlns:p14="http://schemas.microsoft.com/office/powerpoint/2010/main" val="3154099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3"/>
          <p:cNvSpPr/>
          <p:nvPr/>
        </p:nvSpPr>
        <p:spPr>
          <a:xfrm>
            <a:off x="952500" y="709613"/>
            <a:ext cx="1931863" cy="466725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3"/>
          <p:cNvSpPr/>
          <p:nvPr/>
        </p:nvSpPr>
        <p:spPr>
          <a:xfrm>
            <a:off x="1143000" y="795338"/>
            <a:ext cx="16270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延伸 ≈ TIER 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3"/>
          <p:cNvSpPr/>
          <p:nvPr/>
        </p:nvSpPr>
        <p:spPr>
          <a:xfrm>
            <a:off x="3093913" y="781050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E4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3646438" y="609600"/>
            <a:ext cx="4664288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雲端新聞蒐集</a:t>
            </a:r>
            <a:r>
              <a:rPr lang="en-US" sz="3750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3"/>
          <p:cNvSpPr/>
          <p:nvPr/>
        </p:nvSpPr>
        <p:spPr>
          <a:xfrm>
            <a:off x="952500" y="1562100"/>
            <a:ext cx="7962900" cy="1966912"/>
          </a:xfrm>
          <a:prstGeom prst="roundRect">
            <a:avLst>
              <a:gd name="adj" fmla="val 77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3"/>
          <p:cNvSpPr/>
          <p:nvPr/>
        </p:nvSpPr>
        <p:spPr>
          <a:xfrm>
            <a:off x="952500" y="3519488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3"/>
          <p:cNvSpPr/>
          <p:nvPr/>
        </p:nvSpPr>
        <p:spPr>
          <a:xfrm>
            <a:off x="952500" y="1562100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23"/>
          <p:cNvSpPr/>
          <p:nvPr/>
        </p:nvSpPr>
        <p:spPr>
          <a:xfrm>
            <a:off x="952500" y="1562100"/>
            <a:ext cx="57150" cy="196691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3"/>
          <p:cNvSpPr/>
          <p:nvPr/>
        </p:nvSpPr>
        <p:spPr>
          <a:xfrm>
            <a:off x="8905875" y="1562100"/>
            <a:ext cx="9525" cy="1966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3"/>
          <p:cNvSpPr/>
          <p:nvPr/>
        </p:nvSpPr>
        <p:spPr>
          <a:xfrm>
            <a:off x="1333500" y="1876425"/>
            <a:ext cx="7973377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3"/>
          <p:cNvSpPr/>
          <p:nvPr/>
        </p:nvSpPr>
        <p:spPr>
          <a:xfrm>
            <a:off x="1333500" y="2271713"/>
            <a:ext cx="7465981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自動抓 AWS / GCP / Azure 官方 blog 與政府官方新聞，分類、摘要並推送。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3"/>
          <p:cNvSpPr/>
          <p:nvPr/>
        </p:nvSpPr>
        <p:spPr>
          <a:xfrm>
            <a:off x="836581" y="3752850"/>
            <a:ext cx="7962900" cy="1450628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1285875" y="4052888"/>
            <a:ext cx="8025765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1285875" y="4448175"/>
            <a:ext cx="802576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可定時執行的新聞蒐集 Agent + 摘要輸出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952500" y="8549655"/>
            <a:ext cx="1398463" cy="371475"/>
          </a:xfrm>
          <a:prstGeom prst="roundRect">
            <a:avLst>
              <a:gd name="adj" fmla="val 2051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3"/>
          <p:cNvSpPr/>
          <p:nvPr/>
        </p:nvSpPr>
        <p:spPr>
          <a:xfrm>
            <a:off x="1085850" y="8616330"/>
            <a:ext cx="12079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2446213" y="8549655"/>
            <a:ext cx="1021259" cy="371475"/>
          </a:xfrm>
          <a:prstGeom prst="roundRect">
            <a:avLst>
              <a:gd name="adj" fmla="val 2051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23"/>
          <p:cNvSpPr/>
          <p:nvPr/>
        </p:nvSpPr>
        <p:spPr>
          <a:xfrm>
            <a:off x="2579563" y="8616330"/>
            <a:ext cx="8307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3562722" y="8549655"/>
            <a:ext cx="1649983" cy="371475"/>
          </a:xfrm>
          <a:prstGeom prst="roundRect">
            <a:avLst>
              <a:gd name="adj" fmla="val 20513"/>
            </a:avLst>
          </a:prstGeom>
          <a:solidFill>
            <a:srgbClr val="FCF1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3"/>
          <p:cNvSpPr/>
          <p:nvPr/>
        </p:nvSpPr>
        <p:spPr>
          <a:xfrm>
            <a:off x="3696072" y="8616330"/>
            <a:ext cx="14594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730B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B5730B"/>
                </a:solidFill>
                <a:latin typeface="Courier New"/>
                <a:ea typeface="Courier New"/>
                <a:cs typeface="Courier New"/>
                <a:sym typeface="Courier New"/>
              </a:rPr>
              <a:t>EventBridge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3"/>
          <p:cNvSpPr/>
          <p:nvPr/>
        </p:nvSpPr>
        <p:spPr>
          <a:xfrm>
            <a:off x="9372600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10934700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3"/>
          <p:cNvSpPr/>
          <p:nvPr/>
        </p:nvSpPr>
        <p:spPr>
          <a:xfrm>
            <a:off x="11049000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9372600" y="2171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3"/>
          <p:cNvSpPr/>
          <p:nvPr/>
        </p:nvSpPr>
        <p:spPr>
          <a:xfrm>
            <a:off x="9334500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3"/>
          <p:cNvSpPr/>
          <p:nvPr/>
        </p:nvSpPr>
        <p:spPr>
          <a:xfrm>
            <a:off x="9963150" y="2171700"/>
            <a:ext cx="264033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定時抓取多來源新聞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9372600" y="2743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23"/>
          <p:cNvSpPr/>
          <p:nvPr/>
        </p:nvSpPr>
        <p:spPr>
          <a:xfrm>
            <a:off x="9334500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9963150" y="2743200"/>
            <a:ext cx="287558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Agent 自動分類與摘要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3"/>
          <p:cNvSpPr/>
          <p:nvPr/>
        </p:nvSpPr>
        <p:spPr>
          <a:xfrm>
            <a:off x="9372600" y="33147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3"/>
          <p:cNvSpPr/>
          <p:nvPr/>
        </p:nvSpPr>
        <p:spPr>
          <a:xfrm>
            <a:off x="9334500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9963150" y="3314700"/>
            <a:ext cx="535932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輸出到指定管道（Email／LINE／Notion）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9372600" y="3886200"/>
            <a:ext cx="400050" cy="40005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23"/>
          <p:cNvSpPr/>
          <p:nvPr/>
        </p:nvSpPr>
        <p:spPr>
          <a:xfrm>
            <a:off x="9334500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9963150" y="3886200"/>
            <a:ext cx="7593568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跑在 AWS（Lambda + EventBridge 定時觸發），非本機排程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3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3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3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3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3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90C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E8890C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3"/>
          <p:cNvSpPr/>
          <p:nvPr/>
        </p:nvSpPr>
        <p:spPr>
          <a:xfrm>
            <a:off x="2028825" y="9254505"/>
            <a:ext cx="5241942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做出定時自動抓取、分類、摘要並推送的雲端 Agent。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3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23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3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3"/>
          <p:cNvSpPr/>
          <p:nvPr/>
        </p:nvSpPr>
        <p:spPr>
          <a:xfrm>
            <a:off x="10296525" y="9254505"/>
            <a:ext cx="5720715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「自動情報彙整」是行銷、研究、營運都想要的省時神器。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24"/>
          <p:cNvSpPr/>
          <p:nvPr/>
        </p:nvSpPr>
        <p:spPr>
          <a:xfrm>
            <a:off x="952500" y="709613"/>
            <a:ext cx="1931863" cy="466725"/>
          </a:xfrm>
          <a:prstGeom prst="roundRect">
            <a:avLst>
              <a:gd name="adj" fmla="val 50000"/>
            </a:avLst>
          </a:prstGeom>
          <a:solidFill>
            <a:srgbClr val="F1E8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4"/>
          <p:cNvSpPr/>
          <p:nvPr/>
        </p:nvSpPr>
        <p:spPr>
          <a:xfrm>
            <a:off x="1143000" y="795338"/>
            <a:ext cx="16270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延伸 ≈ TIER 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4"/>
          <p:cNvSpPr/>
          <p:nvPr/>
        </p:nvSpPr>
        <p:spPr>
          <a:xfrm>
            <a:off x="3093913" y="781050"/>
            <a:ext cx="4191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2250"/>
              <a:buFont typeface="Courier New"/>
              <a:buNone/>
            </a:pPr>
            <a:r>
              <a:rPr lang="en-US" sz="2250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E3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4"/>
          <p:cNvSpPr/>
          <p:nvPr/>
        </p:nvSpPr>
        <p:spPr>
          <a:xfrm>
            <a:off x="3646438" y="609600"/>
            <a:ext cx="691187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個人第二大腦 RAG 問答機器人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4"/>
          <p:cNvSpPr/>
          <p:nvPr/>
        </p:nvSpPr>
        <p:spPr>
          <a:xfrm>
            <a:off x="952500" y="1562100"/>
            <a:ext cx="7962900" cy="1966912"/>
          </a:xfrm>
          <a:prstGeom prst="roundRect">
            <a:avLst>
              <a:gd name="adj" fmla="val 77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24"/>
          <p:cNvSpPr/>
          <p:nvPr/>
        </p:nvSpPr>
        <p:spPr>
          <a:xfrm>
            <a:off x="952500" y="3519488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24"/>
          <p:cNvSpPr/>
          <p:nvPr/>
        </p:nvSpPr>
        <p:spPr>
          <a:xfrm>
            <a:off x="952500" y="1562100"/>
            <a:ext cx="79629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4"/>
          <p:cNvSpPr/>
          <p:nvPr/>
        </p:nvSpPr>
        <p:spPr>
          <a:xfrm>
            <a:off x="952500" y="1562100"/>
            <a:ext cx="57150" cy="1966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4"/>
          <p:cNvSpPr/>
          <p:nvPr/>
        </p:nvSpPr>
        <p:spPr>
          <a:xfrm>
            <a:off x="8905875" y="1562100"/>
            <a:ext cx="9525" cy="1966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4"/>
          <p:cNvSpPr/>
          <p:nvPr/>
        </p:nvSpPr>
        <p:spPr>
          <a:xfrm>
            <a:off x="1333500" y="1876425"/>
            <a:ext cx="7973377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4"/>
          <p:cNvSpPr/>
          <p:nvPr/>
        </p:nvSpPr>
        <p:spPr>
          <a:xfrm>
            <a:off x="1333500" y="2271713"/>
            <a:ext cx="7465981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把自己的筆記做成知識庫再問答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——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貼合文件管理主題，是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 Capstone </a:t>
            </a:r>
            <a:r>
              <a:rPr lang="en-US" sz="2250" b="0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的縮小版，門檻低但概念相通</a:t>
            </a:r>
            <a:r>
              <a:rPr lang="en-US" sz="2250" b="0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4"/>
          <p:cNvSpPr/>
          <p:nvPr/>
        </p:nvSpPr>
        <p:spPr>
          <a:xfrm>
            <a:off x="952500" y="3738563"/>
            <a:ext cx="7962900" cy="1450628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4"/>
          <p:cNvSpPr/>
          <p:nvPr/>
        </p:nvSpPr>
        <p:spPr>
          <a:xfrm>
            <a:off x="1285875" y="4052888"/>
            <a:ext cx="8025765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主要交付物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4"/>
          <p:cNvSpPr/>
          <p:nvPr/>
        </p:nvSpPr>
        <p:spPr>
          <a:xfrm>
            <a:off x="1285875" y="4448175"/>
            <a:ext cx="802576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可對自己筆記問答的 RAG 機器人 + 簡短評測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4"/>
          <p:cNvSpPr/>
          <p:nvPr/>
        </p:nvSpPr>
        <p:spPr>
          <a:xfrm>
            <a:off x="952500" y="8492505"/>
            <a:ext cx="1398463" cy="428625"/>
          </a:xfrm>
          <a:prstGeom prst="roundRect">
            <a:avLst>
              <a:gd name="adj" fmla="val 17778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4"/>
          <p:cNvSpPr/>
          <p:nvPr/>
        </p:nvSpPr>
        <p:spPr>
          <a:xfrm>
            <a:off x="1085850" y="8559180"/>
            <a:ext cx="12079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4"/>
          <p:cNvSpPr/>
          <p:nvPr/>
        </p:nvSpPr>
        <p:spPr>
          <a:xfrm>
            <a:off x="2446213" y="8492505"/>
            <a:ext cx="643979" cy="428625"/>
          </a:xfrm>
          <a:prstGeom prst="roundRect">
            <a:avLst>
              <a:gd name="adj" fmla="val 17778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4"/>
          <p:cNvSpPr/>
          <p:nvPr/>
        </p:nvSpPr>
        <p:spPr>
          <a:xfrm>
            <a:off x="2579563" y="8559180"/>
            <a:ext cx="45347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RAG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4"/>
          <p:cNvSpPr/>
          <p:nvPr/>
        </p:nvSpPr>
        <p:spPr>
          <a:xfrm>
            <a:off x="3185443" y="8492505"/>
            <a:ext cx="1524223" cy="428625"/>
          </a:xfrm>
          <a:prstGeom prst="roundRect">
            <a:avLst>
              <a:gd name="adj" fmla="val 17778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4"/>
          <p:cNvSpPr/>
          <p:nvPr/>
        </p:nvSpPr>
        <p:spPr>
          <a:xfrm>
            <a:off x="3318793" y="8559180"/>
            <a:ext cx="133372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EC2/Lambda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4"/>
          <p:cNvSpPr/>
          <p:nvPr/>
        </p:nvSpPr>
        <p:spPr>
          <a:xfrm>
            <a:off x="4804916" y="8492505"/>
            <a:ext cx="895350" cy="428625"/>
          </a:xfrm>
          <a:prstGeom prst="roundRect">
            <a:avLst>
              <a:gd name="adj" fmla="val 17778"/>
            </a:avLst>
          </a:prstGeom>
          <a:solidFill>
            <a:srgbClr val="F3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24"/>
          <p:cNvSpPr/>
          <p:nvPr/>
        </p:nvSpPr>
        <p:spPr>
          <a:xfrm>
            <a:off x="4938266" y="8559180"/>
            <a:ext cx="7048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向量庫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4"/>
          <p:cNvSpPr/>
          <p:nvPr/>
        </p:nvSpPr>
        <p:spPr>
          <a:xfrm>
            <a:off x="9372600" y="1562100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核心檢核點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4"/>
          <p:cNvSpPr/>
          <p:nvPr/>
        </p:nvSpPr>
        <p:spPr>
          <a:xfrm>
            <a:off x="10934700" y="1581150"/>
            <a:ext cx="609600" cy="361950"/>
          </a:xfrm>
          <a:prstGeom prst="roundRect">
            <a:avLst>
              <a:gd name="adj" fmla="val 15789"/>
            </a:avLst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24"/>
          <p:cNvSpPr/>
          <p:nvPr/>
        </p:nvSpPr>
        <p:spPr>
          <a:xfrm>
            <a:off x="11049000" y="16287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必過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4"/>
          <p:cNvSpPr/>
          <p:nvPr/>
        </p:nvSpPr>
        <p:spPr>
          <a:xfrm>
            <a:off x="9372600" y="2171700"/>
            <a:ext cx="400050" cy="40005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24"/>
          <p:cNvSpPr/>
          <p:nvPr/>
        </p:nvSpPr>
        <p:spPr>
          <a:xfrm>
            <a:off x="9334500" y="2171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4"/>
          <p:cNvSpPr/>
          <p:nvPr/>
        </p:nvSpPr>
        <p:spPr>
          <a:xfrm>
            <a:off x="9963150" y="2171700"/>
            <a:ext cx="322707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筆記匯入並切塊、向量化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4"/>
          <p:cNvSpPr/>
          <p:nvPr/>
        </p:nvSpPr>
        <p:spPr>
          <a:xfrm>
            <a:off x="9372600" y="2743200"/>
            <a:ext cx="400050" cy="40005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24"/>
          <p:cNvSpPr/>
          <p:nvPr/>
        </p:nvSpPr>
        <p:spPr>
          <a:xfrm>
            <a:off x="9334500" y="2743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4"/>
          <p:cNvSpPr/>
          <p:nvPr/>
        </p:nvSpPr>
        <p:spPr>
          <a:xfrm>
            <a:off x="9963150" y="2743200"/>
            <a:ext cx="352044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問答能引用到正確來源段落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4"/>
          <p:cNvSpPr/>
          <p:nvPr/>
        </p:nvSpPr>
        <p:spPr>
          <a:xfrm>
            <a:off x="9372600" y="3314700"/>
            <a:ext cx="400050" cy="40005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9334500" y="33147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9963150" y="3314700"/>
            <a:ext cx="3847043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給 5～10 題測試，量測命中率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9372600" y="3886200"/>
            <a:ext cx="400050" cy="40005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4"/>
          <p:cNvSpPr/>
          <p:nvPr/>
        </p:nvSpPr>
        <p:spPr>
          <a:xfrm>
            <a:off x="9334500" y="38862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4"/>
          <p:cNvSpPr/>
          <p:nvPr/>
        </p:nvSpPr>
        <p:spPr>
          <a:xfrm>
            <a:off x="9963150" y="3886200"/>
            <a:ext cx="6058778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部署在 AWS（EC2 或 Lambda），非只在本機跑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4"/>
          <p:cNvSpPr/>
          <p:nvPr/>
        </p:nvSpPr>
        <p:spPr>
          <a:xfrm>
            <a:off x="9525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24"/>
          <p:cNvSpPr/>
          <p:nvPr/>
        </p:nvSpPr>
        <p:spPr>
          <a:xfrm>
            <a:off x="9525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24"/>
          <p:cNvSpPr/>
          <p:nvPr/>
        </p:nvSpPr>
        <p:spPr>
          <a:xfrm>
            <a:off x="9525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24"/>
          <p:cNvSpPr/>
          <p:nvPr/>
        </p:nvSpPr>
        <p:spPr>
          <a:xfrm>
            <a:off x="952500" y="9111630"/>
            <a:ext cx="47625" cy="56577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90582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24"/>
          <p:cNvSpPr/>
          <p:nvPr/>
        </p:nvSpPr>
        <p:spPr>
          <a:xfrm>
            <a:off x="12096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預期成效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4"/>
          <p:cNvSpPr/>
          <p:nvPr/>
        </p:nvSpPr>
        <p:spPr>
          <a:xfrm>
            <a:off x="2028825" y="9254505"/>
            <a:ext cx="4711519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把個人文件做成會引用來源的 RAG 問答機器人。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4"/>
          <p:cNvSpPr/>
          <p:nvPr/>
        </p:nvSpPr>
        <p:spPr>
          <a:xfrm>
            <a:off x="9220200" y="9111630"/>
            <a:ext cx="8115300" cy="565770"/>
          </a:xfrm>
          <a:prstGeom prst="roundRect">
            <a:avLst>
              <a:gd name="adj" fmla="val 2020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9220200" y="9667875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4"/>
          <p:cNvSpPr/>
          <p:nvPr/>
        </p:nvSpPr>
        <p:spPr>
          <a:xfrm>
            <a:off x="9220200" y="9111630"/>
            <a:ext cx="8115300" cy="9525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4"/>
          <p:cNvSpPr/>
          <p:nvPr/>
        </p:nvSpPr>
        <p:spPr>
          <a:xfrm>
            <a:off x="9220200" y="9111630"/>
            <a:ext cx="47625" cy="565770"/>
          </a:xfrm>
          <a:prstGeom prst="rect">
            <a:avLst/>
          </a:prstGeom>
          <a:solidFill>
            <a:srgbClr val="8C97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4"/>
          <p:cNvSpPr/>
          <p:nvPr/>
        </p:nvSpPr>
        <p:spPr>
          <a:xfrm>
            <a:off x="17325975" y="9111630"/>
            <a:ext cx="9525" cy="56577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4"/>
          <p:cNvSpPr/>
          <p:nvPr/>
        </p:nvSpPr>
        <p:spPr>
          <a:xfrm>
            <a:off x="9477375" y="9297367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275"/>
              <a:buFont typeface="Courier New"/>
              <a:buNone/>
            </a:pPr>
            <a:r>
              <a:rPr lang="en-US" sz="1275" b="1" i="0" u="none" strike="noStrike" cap="none">
                <a:solidFill>
                  <a:srgbClr val="5B6879"/>
                </a:solidFill>
                <a:latin typeface="Courier New"/>
                <a:ea typeface="Courier New"/>
                <a:cs typeface="Courier New"/>
                <a:sym typeface="Courier New"/>
              </a:rPr>
              <a:t>職場幫助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10296525" y="9254505"/>
            <a:ext cx="5811656" cy="3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企業知識庫問答是 RAG 最普遍的落地場景，這題是入門磚。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25"/>
          <p:cNvSpPr/>
          <p:nvPr/>
        </p:nvSpPr>
        <p:spPr>
          <a:xfrm>
            <a:off x="1143000" y="1181100"/>
            <a:ext cx="373484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5"/>
          <p:cNvSpPr/>
          <p:nvPr/>
        </p:nvSpPr>
        <p:spPr>
          <a:xfrm>
            <a:off x="1630784" y="781050"/>
            <a:ext cx="432720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如何選題與繳交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5"/>
          <p:cNvSpPr/>
          <p:nvPr/>
        </p:nvSpPr>
        <p:spPr>
          <a:xfrm>
            <a:off x="1143000" y="339090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25"/>
          <p:cNvSpPr/>
          <p:nvPr/>
        </p:nvSpPr>
        <p:spPr>
          <a:xfrm>
            <a:off x="1476375" y="368617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5"/>
          <p:cNvSpPr/>
          <p:nvPr/>
        </p:nvSpPr>
        <p:spPr>
          <a:xfrm>
            <a:off x="2028825" y="3686175"/>
            <a:ext cx="4608217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自由挑題，往上挑戰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5"/>
          <p:cNvSpPr/>
          <p:nvPr/>
        </p:nvSpPr>
        <p:spPr>
          <a:xfrm>
            <a:off x="2028825" y="4157663"/>
            <a:ext cx="4608217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從保底題 Tier 0 起步，能力到哪爬到哪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5"/>
          <p:cNvSpPr/>
          <p:nvPr/>
        </p:nvSpPr>
        <p:spPr>
          <a:xfrm>
            <a:off x="9353550" y="339090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5"/>
          <p:cNvSpPr/>
          <p:nvPr/>
        </p:nvSpPr>
        <p:spPr>
          <a:xfrm>
            <a:off x="9686925" y="368617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🌱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5"/>
          <p:cNvSpPr/>
          <p:nvPr/>
        </p:nvSpPr>
        <p:spPr>
          <a:xfrm>
            <a:off x="10239375" y="3686175"/>
            <a:ext cx="3813810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沒信心？先做 E1 暖身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5"/>
          <p:cNvSpPr/>
          <p:nvPr/>
        </p:nvSpPr>
        <p:spPr>
          <a:xfrm>
            <a:off x="10239375" y="4157663"/>
            <a:ext cx="381381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零失敗靜態網站，先建立成就感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5"/>
          <p:cNvSpPr/>
          <p:nvPr/>
        </p:nvSpPr>
        <p:spPr>
          <a:xfrm>
            <a:off x="1143000" y="504825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5"/>
          <p:cNvSpPr/>
          <p:nvPr/>
        </p:nvSpPr>
        <p:spPr>
          <a:xfrm>
            <a:off x="1476375" y="534352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📦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5"/>
          <p:cNvSpPr/>
          <p:nvPr/>
        </p:nvSpPr>
        <p:spPr>
          <a:xfrm>
            <a:off x="2028825" y="5343525"/>
            <a:ext cx="3768462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每題交付三件套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5"/>
          <p:cNvSpPr/>
          <p:nvPr/>
        </p:nvSpPr>
        <p:spPr>
          <a:xfrm>
            <a:off x="2028825" y="5815013"/>
            <a:ext cx="3768462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架構圖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一段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Demo + README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5"/>
          <p:cNvSpPr/>
          <p:nvPr/>
        </p:nvSpPr>
        <p:spPr>
          <a:xfrm>
            <a:off x="9353550" y="504825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5"/>
          <p:cNvSpPr/>
          <p:nvPr/>
        </p:nvSpPr>
        <p:spPr>
          <a:xfrm>
            <a:off x="9686925" y="534352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5"/>
          <p:cNvSpPr/>
          <p:nvPr/>
        </p:nvSpPr>
        <p:spPr>
          <a:xfrm>
            <a:off x="10239375" y="5343525"/>
            <a:ext cx="3813810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 dirty="0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lang="en-US" sz="2325" b="1" i="0" u="none" strike="noStrike" cap="none" dirty="0" err="1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逐條對照檢核點</a:t>
            </a:r>
            <a:endParaRPr sz="23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5"/>
          <p:cNvSpPr/>
          <p:nvPr/>
        </p:nvSpPr>
        <p:spPr>
          <a:xfrm>
            <a:off x="10239375" y="5815013"/>
            <a:ext cx="381381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核心檢核點一條一條勾，最客觀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5"/>
          <p:cNvSpPr/>
          <p:nvPr/>
        </p:nvSpPr>
        <p:spPr>
          <a:xfrm>
            <a:off x="1143000" y="670560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25"/>
          <p:cNvSpPr/>
          <p:nvPr/>
        </p:nvSpPr>
        <p:spPr>
          <a:xfrm>
            <a:off x="1476375" y="700087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🏁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5"/>
          <p:cNvSpPr/>
          <p:nvPr/>
        </p:nvSpPr>
        <p:spPr>
          <a:xfrm>
            <a:off x="2028825" y="7000875"/>
            <a:ext cx="4799595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及格線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5"/>
          <p:cNvSpPr/>
          <p:nvPr/>
        </p:nvSpPr>
        <p:spPr>
          <a:xfrm>
            <a:off x="2028825" y="7472363"/>
            <a:ext cx="479959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Tier 0 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任一題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維度①能跑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、②</a:t>
            </a: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架構達標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5"/>
          <p:cNvSpPr/>
          <p:nvPr/>
        </p:nvSpPr>
        <p:spPr>
          <a:xfrm>
            <a:off x="9353550" y="6705600"/>
            <a:ext cx="779145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 cap="flat" cmpd="sng">
            <a:solidFill>
              <a:srgbClr val="E4E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5"/>
          <p:cNvSpPr/>
          <p:nvPr/>
        </p:nvSpPr>
        <p:spPr>
          <a:xfrm>
            <a:off x="9686925" y="7000875"/>
            <a:ext cx="400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5"/>
          <p:cNvSpPr/>
          <p:nvPr/>
        </p:nvSpPr>
        <p:spPr>
          <a:xfrm>
            <a:off x="10239375" y="7000875"/>
            <a:ext cx="4180523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D2B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41D2B"/>
                </a:solidFill>
                <a:latin typeface="Arial"/>
                <a:ea typeface="Arial"/>
                <a:cs typeface="Arial"/>
                <a:sym typeface="Arial"/>
              </a:rPr>
              <a:t>成績以 AWS 實際運作為準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5"/>
          <p:cNvSpPr/>
          <p:nvPr/>
        </p:nvSpPr>
        <p:spPr>
          <a:xfrm>
            <a:off x="10239375" y="7472363"/>
            <a:ext cx="418052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879"/>
              </a:buClr>
              <a:buSzPts val="1950"/>
              <a:buFont typeface="Arial"/>
              <a:buNone/>
            </a:pPr>
            <a:r>
              <a:rPr lang="en-US" sz="1950" b="0" i="0" u="none" strike="noStrike" cap="none" dirty="0" err="1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本地跑起來不算，一定要落地</a:t>
            </a:r>
            <a:r>
              <a:rPr lang="en-US" sz="1950" b="0" i="0" u="none" strike="noStrike" cap="none" dirty="0">
                <a:solidFill>
                  <a:srgbClr val="5B6879"/>
                </a:solidFill>
                <a:latin typeface="Arial"/>
                <a:ea typeface="Arial"/>
                <a:cs typeface="Arial"/>
                <a:sym typeface="Arial"/>
              </a:rPr>
              <a:t> AWS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B076377-452C-B750-D39C-739B84D7DED7}"/>
              </a:ext>
            </a:extLst>
          </p:cNvPr>
          <p:cNvSpPr txBox="1"/>
          <p:nvPr/>
        </p:nvSpPr>
        <p:spPr>
          <a:xfrm>
            <a:off x="2354094" y="3025302"/>
            <a:ext cx="123033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同學問  想要做分散式架構 但沒有程式碼 又不想自己寫</a:t>
            </a:r>
            <a:r>
              <a:rPr lang="en-US" altLang="zh-TW" sz="3600" dirty="0"/>
              <a:t>?</a:t>
            </a:r>
          </a:p>
          <a:p>
            <a:endParaRPr lang="en-US" altLang="zh-TW" sz="3600" dirty="0"/>
          </a:p>
          <a:p>
            <a:r>
              <a:rPr lang="zh-TW" altLang="en-US" sz="3600" dirty="0"/>
              <a:t> </a:t>
            </a:r>
            <a:r>
              <a:rPr lang="en-US" altLang="zh-TW" sz="3600" dirty="0"/>
              <a:t>q- </a:t>
            </a:r>
            <a:r>
              <a:rPr lang="en-US" altLang="zh-TW" sz="3600" dirty="0" err="1"/>
              <a:t>wordpress</a:t>
            </a:r>
            <a:r>
              <a:rPr lang="en-US" altLang="zh-TW" sz="3600" dirty="0"/>
              <a:t>(web) +  </a:t>
            </a:r>
            <a:r>
              <a:rPr lang="en-US" altLang="zh-TW" sz="3600" dirty="0" err="1"/>
              <a:t>db</a:t>
            </a:r>
            <a:r>
              <a:rPr lang="zh-TW" altLang="en-US" sz="3600" dirty="0"/>
              <a:t>，</a:t>
            </a:r>
            <a:r>
              <a:rPr lang="en-US" altLang="zh-TW" sz="3600" dirty="0"/>
              <a:t>web server </a:t>
            </a:r>
            <a:r>
              <a:rPr lang="zh-TW" altLang="en-US" sz="3600" dirty="0"/>
              <a:t>這一塊可以做高併發</a:t>
            </a:r>
            <a:endParaRPr lang="en-US" altLang="zh-TW" sz="3600" dirty="0"/>
          </a:p>
          <a:p>
            <a:r>
              <a:rPr lang="zh-TW" altLang="en-US" sz="3600" dirty="0"/>
              <a:t>若不要，就放棄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A077116-B027-256C-A901-702B55CDA3BB}"/>
              </a:ext>
            </a:extLst>
          </p:cNvPr>
          <p:cNvSpPr txBox="1"/>
          <p:nvPr/>
        </p:nvSpPr>
        <p:spPr>
          <a:xfrm>
            <a:off x="2354094" y="5843080"/>
            <a:ext cx="154196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同學想要走自己的專題，可不可以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zh-TW" altLang="en-US" sz="3600" dirty="0"/>
              <a:t>希望妳們先做過一些我們提供的專題方向，再跟我們討論妳要走妳自己的路</a:t>
            </a:r>
            <a:endParaRPr lang="en-US" altLang="zh-TW" sz="3600" dirty="0"/>
          </a:p>
          <a:p>
            <a:r>
              <a:rPr lang="zh-TW" altLang="en-US" sz="3600" dirty="0"/>
              <a:t>因為你們遠端，難高密度互動，我們的專題是有考量妳要摸到雲端的東西。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525923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8C06156-9EF9-D390-ADF7-2328BEB1EA26}"/>
              </a:ext>
            </a:extLst>
          </p:cNvPr>
          <p:cNvSpPr txBox="1"/>
          <p:nvPr/>
        </p:nvSpPr>
        <p:spPr>
          <a:xfrm>
            <a:off x="2354094" y="3025302"/>
            <a:ext cx="90588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有同學想用</a:t>
            </a:r>
            <a:r>
              <a:rPr lang="en-US" altLang="zh-TW" sz="3600" dirty="0"/>
              <a:t>k3s on </a:t>
            </a:r>
            <a:r>
              <a:rPr lang="en-US" altLang="zh-TW" sz="3600" dirty="0" err="1"/>
              <a:t>aws</a:t>
            </a:r>
            <a:r>
              <a:rPr lang="en-US" altLang="zh-TW" sz="3600" dirty="0"/>
              <a:t> cloud </a:t>
            </a:r>
          </a:p>
          <a:p>
            <a:endParaRPr lang="en-US" altLang="zh-TW" sz="3600" dirty="0"/>
          </a:p>
          <a:p>
            <a:r>
              <a:rPr lang="zh-TW" altLang="en-US" sz="3600" dirty="0"/>
              <a:t>做</a:t>
            </a:r>
            <a:r>
              <a:rPr lang="en-US" altLang="zh-TW" sz="3600" dirty="0" err="1"/>
              <a:t>cicd</a:t>
            </a:r>
            <a:r>
              <a:rPr lang="en-US" altLang="zh-TW" sz="3600" dirty="0"/>
              <a:t> +</a:t>
            </a:r>
            <a:r>
              <a:rPr lang="zh-TW" altLang="en-US" sz="3600" dirty="0"/>
              <a:t>無狀態 </a:t>
            </a:r>
            <a:r>
              <a:rPr lang="en-US" altLang="zh-TW" sz="3600" dirty="0"/>
              <a:t>-&gt;</a:t>
            </a:r>
            <a:r>
              <a:rPr lang="zh-TW" altLang="en-US" sz="3600" dirty="0"/>
              <a:t>原本是</a:t>
            </a:r>
            <a:r>
              <a:rPr lang="en-US" altLang="zh-TW" sz="3600" dirty="0" err="1"/>
              <a:t>ecs</a:t>
            </a:r>
            <a:r>
              <a:rPr lang="zh-TW" altLang="en-US" sz="3600" dirty="0"/>
              <a:t> ，後續換成</a:t>
            </a:r>
            <a:r>
              <a:rPr lang="en-US" altLang="zh-TW" sz="3600" dirty="0"/>
              <a:t>k3s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46201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5083</Words>
  <Application>Microsoft Office PowerPoint</Application>
  <PresentationFormat>自訂</PresentationFormat>
  <Paragraphs>999</Paragraphs>
  <Slides>53</Slides>
  <Notes>49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57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秉鴻 李</cp:lastModifiedBy>
  <cp:revision>1</cp:revision>
  <dcterms:created xsi:type="dcterms:W3CDTF">2026-07-08T04:10:10Z</dcterms:created>
  <dcterms:modified xsi:type="dcterms:W3CDTF">2026-07-12T08:33:15Z</dcterms:modified>
</cp:coreProperties>
</file>